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54" r:id="rId4"/>
    <p:sldMasterId id="2147483756" r:id="rId5"/>
  </p:sldMasterIdLst>
  <p:notesMasterIdLst>
    <p:notesMasterId r:id="rId8"/>
  </p:notesMasterIdLst>
  <p:sldIdLst>
    <p:sldId id="263" r:id="rId6"/>
    <p:sldId id="303" r:id="rId7"/>
  </p:sldIdLst>
  <p:sldSz cx="9144000" cy="5143500" type="screen16x9"/>
  <p:notesSz cx="6858000" cy="9144000"/>
  <p:embeddedFontLst>
    <p:embeddedFont>
      <p:font typeface="Helvetica Neue" panose="020B0604020202020204" charset="0"/>
      <p:regular r:id="rId9"/>
      <p:bold r:id="rId10"/>
      <p:italic r:id="rId11"/>
      <p:boldItalic r:id="rId12"/>
    </p:embeddedFont>
    <p:embeddedFont>
      <p:font typeface="Open Sans" panose="020B0606030504020204" pitchFamily="34" charset="0"/>
      <p:regular r:id="rId13"/>
      <p:bold r:id="rId14"/>
      <p:italic r:id="rId15"/>
      <p:boldItalic r:id="rId16"/>
    </p:embeddedFont>
    <p:embeddedFont>
      <p:font typeface="Quattrocento Sans" panose="020B0502050000020003"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50">
          <p15:clr>
            <a:srgbClr val="9AA0A6"/>
          </p15:clr>
        </p15:guide>
        <p15:guide id="2" orient="horz" pos="1740">
          <p15:clr>
            <a:srgbClr val="9AA0A6"/>
          </p15:clr>
        </p15:guide>
        <p15:guide id="3" orient="horz" pos="2673">
          <p15:clr>
            <a:srgbClr val="9AA0A6"/>
          </p15:clr>
        </p15:guide>
        <p15:guide id="4"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919A7E-BCAB-43C8-B276-5A73BF1D3F0F}" v="3" dt="2025-09-10T10:18:52.4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52" y="56"/>
      </p:cViewPr>
      <p:guideLst>
        <p:guide orient="horz" pos="750"/>
        <p:guide orient="horz" pos="1740"/>
        <p:guide orient="horz" pos="2673"/>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font" Target="fonts/font4.fntdata"/><Relationship Id="rId17" Type="http://schemas.openxmlformats.org/officeDocument/2006/relationships/font" Target="fonts/font9.fntdata"/><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font" Target="fonts/font3.fntdata"/><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font" Target="fonts/font7.fntdata"/><Relationship Id="rId23" Type="http://schemas.openxmlformats.org/officeDocument/2006/relationships/theme" Target="theme/theme1.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49"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8cac7322b3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g8cac7322b3_0_39:notes"/>
          <p:cNvSpPr txBox="1">
            <a:spLocks noGrp="1"/>
          </p:cNvSpPr>
          <p:nvPr>
            <p:ph type="sldNum" idx="12"/>
          </p:nvPr>
        </p:nvSpPr>
        <p:spPr>
          <a:xfrm>
            <a:off x="5909309" y="8685213"/>
            <a:ext cx="947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
        <p:nvSpPr>
          <p:cNvPr id="939" name="Google Shape;939;g8cac7322b3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sz="1200"/>
              <a:t>Azure Databricks enables many use data science and data engineering use cases through native integration with many other Azure services, including Azure Active Directory, Azure Data Lake Storage, Azure Data Factory, Azure Machine Learning, Azure Synapse Analytics, Power BI, Azure Event Hubs, Azure Key Vault, and Azure DevOps.</a:t>
            </a:r>
            <a:endParaRPr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7"/>
        <p:cNvGrpSpPr/>
        <p:nvPr/>
      </p:nvGrpSpPr>
      <p:grpSpPr>
        <a:xfrm>
          <a:off x="0" y="0"/>
          <a:ext cx="0" cy="0"/>
          <a:chOff x="0" y="0"/>
          <a:chExt cx="0" cy="0"/>
        </a:xfrm>
      </p:grpSpPr>
      <p:sp>
        <p:nvSpPr>
          <p:cNvPr id="1818" name="Google Shape;1818;g8cac7322b3_0_9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9" name="Google Shape;1819;g8cac7322b3_0_9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90000"/>
              </a:lnSpc>
              <a:spcBef>
                <a:spcPts val="0"/>
              </a:spcBef>
              <a:spcAft>
                <a:spcPts val="0"/>
              </a:spcAft>
              <a:buSzPts val="1400"/>
              <a:buNone/>
            </a:pPr>
            <a:endParaRPr/>
          </a:p>
        </p:txBody>
      </p:sp>
      <p:sp>
        <p:nvSpPr>
          <p:cNvPr id="1820" name="Google Shape;1820;g8cac7322b3_0_938:notes"/>
          <p:cNvSpPr txBox="1">
            <a:spLocks noGrp="1"/>
          </p:cNvSpPr>
          <p:nvPr>
            <p:ph type="sldNum" idx="12"/>
          </p:nvPr>
        </p:nvSpPr>
        <p:spPr>
          <a:xfrm>
            <a:off x="5909309" y="8685213"/>
            <a:ext cx="9471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6168199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Master" Target="../slideMasters/slideMaster2.xml"/><Relationship Id="rId4" Type="http://schemas.openxmlformats.org/officeDocument/2006/relationships/image" Target="../media/image21.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Master" Target="../slideMasters/slideMaster2.xml"/><Relationship Id="rId4" Type="http://schemas.openxmlformats.org/officeDocument/2006/relationships/image" Target="../media/image25.jp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Dark">
  <p:cSld name="Title Dark">
    <p:bg>
      <p:bgPr>
        <a:solidFill>
          <a:schemeClr val="accent1"/>
        </a:solidFill>
        <a:effectLst/>
      </p:bgPr>
    </p:bg>
    <p:spTree>
      <p:nvGrpSpPr>
        <p:cNvPr id="1" name="Shape 13"/>
        <p:cNvGrpSpPr/>
        <p:nvPr/>
      </p:nvGrpSpPr>
      <p:grpSpPr>
        <a:xfrm>
          <a:off x="0" y="0"/>
          <a:ext cx="0" cy="0"/>
          <a:chOff x="0" y="0"/>
          <a:chExt cx="0" cy="0"/>
        </a:xfrm>
      </p:grpSpPr>
      <p:sp>
        <p:nvSpPr>
          <p:cNvPr id="14" name="Google Shape;14;p2"/>
          <p:cNvSpPr txBox="1">
            <a:spLocks noGrp="1"/>
          </p:cNvSpPr>
          <p:nvPr>
            <p:ph type="title"/>
          </p:nvPr>
        </p:nvSpPr>
        <p:spPr>
          <a:xfrm>
            <a:off x="345737" y="273845"/>
            <a:ext cx="8444975" cy="744141"/>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lt1"/>
              </a:buClr>
              <a:buSzPts val="3600"/>
              <a:buFont typeface="Barlow"/>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5" name="Google Shape;15;p2"/>
          <p:cNvPicPr preferRelativeResize="0"/>
          <p:nvPr/>
        </p:nvPicPr>
        <p:blipFill rotWithShape="1">
          <a:blip r:embed="rId2">
            <a:alphaModFix/>
          </a:blip>
          <a:srcRect/>
          <a:stretch/>
        </p:blipFill>
        <p:spPr>
          <a:xfrm>
            <a:off x="345736" y="4761295"/>
            <a:ext cx="1019018" cy="158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Headline 01" type="titleOnly">
  <p:cSld name="TITLE_ONLY">
    <p:bg>
      <p:bgPr>
        <a:solidFill>
          <a:schemeClr val="accent2"/>
        </a:solidFill>
        <a:effectLst/>
      </p:bgPr>
    </p:bg>
    <p:spTree>
      <p:nvGrpSpPr>
        <p:cNvPr id="1" name="Shape 16"/>
        <p:cNvGrpSpPr/>
        <p:nvPr/>
      </p:nvGrpSpPr>
      <p:grpSpPr>
        <a:xfrm>
          <a:off x="0" y="0"/>
          <a:ext cx="0" cy="0"/>
          <a:chOff x="0" y="0"/>
          <a:chExt cx="0" cy="0"/>
        </a:xfrm>
      </p:grpSpPr>
      <p:pic>
        <p:nvPicPr>
          <p:cNvPr id="17" name="Google Shape;17;p3" descr="A picture containing person, black, holding, white&#10;&#10;Description automatically generated"/>
          <p:cNvPicPr preferRelativeResize="0"/>
          <p:nvPr/>
        </p:nvPicPr>
        <p:blipFill rotWithShape="1">
          <a:blip r:embed="rId2">
            <a:alphaModFix/>
          </a:blip>
          <a:srcRect/>
          <a:stretch/>
        </p:blipFill>
        <p:spPr>
          <a:xfrm>
            <a:off x="0" y="1"/>
            <a:ext cx="9144000" cy="5143500"/>
          </a:xfrm>
          <a:prstGeom prst="rect">
            <a:avLst/>
          </a:prstGeom>
          <a:noFill/>
          <a:ln>
            <a:noFill/>
          </a:ln>
        </p:spPr>
      </p:pic>
      <p:sp>
        <p:nvSpPr>
          <p:cNvPr id="18" name="Google Shape;18;p3"/>
          <p:cNvSpPr txBox="1">
            <a:spLocks noGrp="1"/>
          </p:cNvSpPr>
          <p:nvPr>
            <p:ph type="title"/>
          </p:nvPr>
        </p:nvSpPr>
        <p:spPr>
          <a:xfrm>
            <a:off x="345737" y="2074667"/>
            <a:ext cx="8169615" cy="994172"/>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lt1"/>
              </a:buClr>
              <a:buSzPts val="3600"/>
              <a:buFont typeface="Barlow"/>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9" name="Google Shape;19;p3"/>
          <p:cNvPicPr preferRelativeResize="0"/>
          <p:nvPr/>
        </p:nvPicPr>
        <p:blipFill rotWithShape="1">
          <a:blip r:embed="rId3">
            <a:alphaModFix/>
          </a:blip>
          <a:srcRect/>
          <a:stretch/>
        </p:blipFill>
        <p:spPr>
          <a:xfrm>
            <a:off x="345736" y="4761295"/>
            <a:ext cx="1019018" cy="1587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chemeClr val="accent2"/>
        </a:solidFill>
        <a:effectLst/>
      </p:bgPr>
    </p:bg>
    <p:spTree>
      <p:nvGrpSpPr>
        <p:cNvPr id="1" name="Shape 20"/>
        <p:cNvGrpSpPr/>
        <p:nvPr/>
      </p:nvGrpSpPr>
      <p:grpSpPr>
        <a:xfrm>
          <a:off x="0" y="0"/>
          <a:ext cx="0" cy="0"/>
          <a:chOff x="0" y="0"/>
          <a:chExt cx="0" cy="0"/>
        </a:xfrm>
      </p:grpSpPr>
      <p:pic>
        <p:nvPicPr>
          <p:cNvPr id="21" name="Google Shape;21;p4" descr="A picture containing person, black, holding, white&#10;&#10;Description automatically generated"/>
          <p:cNvPicPr preferRelativeResize="0"/>
          <p:nvPr/>
        </p:nvPicPr>
        <p:blipFill rotWithShape="1">
          <a:blip r:embed="rId2">
            <a:alphaModFix/>
          </a:blip>
          <a:srcRect/>
          <a:stretch/>
        </p:blipFill>
        <p:spPr>
          <a:xfrm>
            <a:off x="0" y="1"/>
            <a:ext cx="9144000" cy="5143500"/>
          </a:xfrm>
          <a:prstGeom prst="rect">
            <a:avLst/>
          </a:prstGeom>
          <a:noFill/>
          <a:ln>
            <a:noFill/>
          </a:ln>
        </p:spPr>
      </p:pic>
      <p:sp>
        <p:nvSpPr>
          <p:cNvPr id="22" name="Google Shape;22;p4"/>
          <p:cNvSpPr txBox="1">
            <a:spLocks noGrp="1"/>
          </p:cNvSpPr>
          <p:nvPr>
            <p:ph type="ctrTitle"/>
          </p:nvPr>
        </p:nvSpPr>
        <p:spPr>
          <a:xfrm>
            <a:off x="345735" y="841772"/>
            <a:ext cx="6858000" cy="179070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lt1"/>
              </a:buClr>
              <a:buSzPts val="4500"/>
              <a:buFont typeface="Barlow"/>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subTitle" idx="1"/>
          </p:nvPr>
        </p:nvSpPr>
        <p:spPr>
          <a:xfrm>
            <a:off x="345735" y="2701529"/>
            <a:ext cx="6858000" cy="1241822"/>
          </a:xfrm>
          <a:prstGeom prst="rect">
            <a:avLst/>
          </a:prstGeom>
          <a:noFill/>
          <a:ln>
            <a:noFill/>
          </a:ln>
        </p:spPr>
        <p:txBody>
          <a:bodyPr spcFirstLastPara="1" wrap="square" lIns="0" tIns="45700" rIns="0" bIns="45700" anchor="t" anchorCtr="0">
            <a:noAutofit/>
          </a:bodyPr>
          <a:lstStyle>
            <a:lvl1pPr lvl="0" algn="l">
              <a:lnSpc>
                <a:spcPct val="90000"/>
              </a:lnSpc>
              <a:spcBef>
                <a:spcPts val="750"/>
              </a:spcBef>
              <a:spcAft>
                <a:spcPts val="0"/>
              </a:spcAft>
              <a:buSzPts val="1350"/>
              <a:buNone/>
              <a:defRPr sz="1800">
                <a:solidFill>
                  <a:schemeClr val="lt1"/>
                </a:solidFill>
              </a:defRPr>
            </a:lvl1pPr>
            <a:lvl2pPr lvl="1" algn="ctr">
              <a:lnSpc>
                <a:spcPct val="90000"/>
              </a:lnSpc>
              <a:spcBef>
                <a:spcPts val="375"/>
              </a:spcBef>
              <a:spcAft>
                <a:spcPts val="0"/>
              </a:spcAft>
              <a:buSzPts val="1125"/>
              <a:buNone/>
              <a:defRPr sz="1500"/>
            </a:lvl2pPr>
            <a:lvl3pPr lvl="2" algn="ctr">
              <a:lnSpc>
                <a:spcPct val="90000"/>
              </a:lnSpc>
              <a:spcBef>
                <a:spcPts val="375"/>
              </a:spcBef>
              <a:spcAft>
                <a:spcPts val="0"/>
              </a:spcAft>
              <a:buSzPts val="1013"/>
              <a:buNone/>
              <a:defRPr sz="1350"/>
            </a:lvl3pPr>
            <a:lvl4pPr lvl="3" algn="ctr">
              <a:lnSpc>
                <a:spcPct val="90000"/>
              </a:lnSpc>
              <a:spcBef>
                <a:spcPts val="375"/>
              </a:spcBef>
              <a:spcAft>
                <a:spcPts val="0"/>
              </a:spcAft>
              <a:buSzPts val="900"/>
              <a:buNone/>
              <a:defRPr sz="1200"/>
            </a:lvl4pPr>
            <a:lvl5pPr lvl="4" algn="ctr">
              <a:lnSpc>
                <a:spcPct val="90000"/>
              </a:lnSpc>
              <a:spcBef>
                <a:spcPts val="375"/>
              </a:spcBef>
              <a:spcAft>
                <a:spcPts val="0"/>
              </a:spcAft>
              <a:buSzPts val="9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pic>
        <p:nvPicPr>
          <p:cNvPr id="24" name="Google Shape;24;p4"/>
          <p:cNvPicPr preferRelativeResize="0"/>
          <p:nvPr/>
        </p:nvPicPr>
        <p:blipFill rotWithShape="1">
          <a:blip r:embed="rId3">
            <a:alphaModFix/>
          </a:blip>
          <a:srcRect/>
          <a:stretch/>
        </p:blipFill>
        <p:spPr>
          <a:xfrm>
            <a:off x="345736" y="4761295"/>
            <a:ext cx="1019018" cy="1587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Blank Dark">
  <p:cSld name="Blank Dark">
    <p:bg>
      <p:bgPr>
        <a:solidFill>
          <a:schemeClr val="dk1"/>
        </a:solidFill>
        <a:effectLst/>
      </p:bgPr>
    </p:bg>
    <p:spTree>
      <p:nvGrpSpPr>
        <p:cNvPr id="1" name="Shape 25"/>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45737" y="273845"/>
            <a:ext cx="8444975" cy="744141"/>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and Content Dark" type="obj">
  <p:cSld name="OBJECT">
    <p:bg>
      <p:bgPr>
        <a:solidFill>
          <a:schemeClr val="accent1"/>
        </a:solidFill>
        <a:effectLst/>
      </p:bgPr>
    </p:bg>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45737" y="273845"/>
            <a:ext cx="8444975" cy="744141"/>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lt1"/>
              </a:buClr>
              <a:buSzPts val="3600"/>
              <a:buFont typeface="Barlow"/>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7"/>
          <p:cNvSpPr txBox="1">
            <a:spLocks noGrp="1"/>
          </p:cNvSpPr>
          <p:nvPr>
            <p:ph type="body" idx="1"/>
          </p:nvPr>
        </p:nvSpPr>
        <p:spPr>
          <a:xfrm>
            <a:off x="345737" y="1189436"/>
            <a:ext cx="8444975" cy="3443288"/>
          </a:xfrm>
          <a:prstGeom prst="rect">
            <a:avLst/>
          </a:prstGeom>
          <a:noFill/>
          <a:ln>
            <a:noFill/>
          </a:ln>
        </p:spPr>
        <p:txBody>
          <a:bodyPr spcFirstLastPara="1" wrap="square" lIns="0" tIns="45700" rIns="0" bIns="45700" anchor="t" anchorCtr="0">
            <a:noAutofit/>
          </a:bodyPr>
          <a:lstStyle>
            <a:lvl1pPr marL="457200" lvl="0" indent="-361950" algn="l">
              <a:lnSpc>
                <a:spcPct val="90000"/>
              </a:lnSpc>
              <a:spcBef>
                <a:spcPts val="750"/>
              </a:spcBef>
              <a:spcAft>
                <a:spcPts val="0"/>
              </a:spcAft>
              <a:buSzPts val="2100"/>
              <a:buChar char="▪"/>
              <a:defRPr>
                <a:solidFill>
                  <a:schemeClr val="lt1"/>
                </a:solidFill>
              </a:defRPr>
            </a:lvl1pPr>
            <a:lvl2pPr marL="914400" lvl="1" indent="-342900" algn="l">
              <a:lnSpc>
                <a:spcPct val="90000"/>
              </a:lnSpc>
              <a:spcBef>
                <a:spcPts val="375"/>
              </a:spcBef>
              <a:spcAft>
                <a:spcPts val="0"/>
              </a:spcAft>
              <a:buSzPts val="1800"/>
              <a:buChar char="▪"/>
              <a:defRPr>
                <a:solidFill>
                  <a:schemeClr val="lt1"/>
                </a:solidFill>
              </a:defRPr>
            </a:lvl2pPr>
            <a:lvl3pPr marL="1371600" lvl="2" indent="-323850" algn="l">
              <a:lnSpc>
                <a:spcPct val="90000"/>
              </a:lnSpc>
              <a:spcBef>
                <a:spcPts val="375"/>
              </a:spcBef>
              <a:spcAft>
                <a:spcPts val="0"/>
              </a:spcAft>
              <a:buSzPts val="1500"/>
              <a:buChar char="▪"/>
              <a:defRPr>
                <a:solidFill>
                  <a:schemeClr val="lt1"/>
                </a:solidFill>
              </a:defRPr>
            </a:lvl3pPr>
            <a:lvl4pPr marL="1828800" lvl="3" indent="-311150" algn="l">
              <a:lnSpc>
                <a:spcPct val="90000"/>
              </a:lnSpc>
              <a:spcBef>
                <a:spcPts val="375"/>
              </a:spcBef>
              <a:spcAft>
                <a:spcPts val="0"/>
              </a:spcAft>
              <a:buSzPts val="1300"/>
              <a:buChar char="▪"/>
              <a:defRPr>
                <a:solidFill>
                  <a:schemeClr val="lt1"/>
                </a:solidFill>
              </a:defRPr>
            </a:lvl4pPr>
            <a:lvl5pPr marL="2286000" lvl="4" indent="-298450" algn="l">
              <a:lnSpc>
                <a:spcPct val="90000"/>
              </a:lnSpc>
              <a:spcBef>
                <a:spcPts val="375"/>
              </a:spcBef>
              <a:spcAft>
                <a:spcPts val="0"/>
              </a:spcAft>
              <a:buSzPts val="1100"/>
              <a:buChar char="▪"/>
              <a:defRPr>
                <a:solidFill>
                  <a:schemeClr val="lt1"/>
                </a:solidFill>
              </a:defRPr>
            </a:lvl5pPr>
            <a:lvl6pPr marL="2743200" lvl="5" indent="-298450" algn="l">
              <a:lnSpc>
                <a:spcPct val="90000"/>
              </a:lnSpc>
              <a:spcBef>
                <a:spcPts val="375"/>
              </a:spcBef>
              <a:spcAft>
                <a:spcPts val="0"/>
              </a:spcAft>
              <a:buSzPts val="1100"/>
              <a:buChar char="▪"/>
              <a:defRPr>
                <a:solidFill>
                  <a:schemeClr val="lt1"/>
                </a:solidFill>
              </a:defRPr>
            </a:lvl6pPr>
            <a:lvl7pPr marL="3200400" lvl="6" indent="-298450" algn="l">
              <a:lnSpc>
                <a:spcPct val="90000"/>
              </a:lnSpc>
              <a:spcBef>
                <a:spcPts val="375"/>
              </a:spcBef>
              <a:spcAft>
                <a:spcPts val="0"/>
              </a:spcAft>
              <a:buSzPts val="1100"/>
              <a:buChar char="▪"/>
              <a:defRPr>
                <a:solidFill>
                  <a:schemeClr val="lt1"/>
                </a:solidFill>
              </a:defRPr>
            </a:lvl7pPr>
            <a:lvl8pPr marL="3657600" lvl="7" indent="-298450" algn="l">
              <a:lnSpc>
                <a:spcPct val="90000"/>
              </a:lnSpc>
              <a:spcBef>
                <a:spcPts val="375"/>
              </a:spcBef>
              <a:spcAft>
                <a:spcPts val="0"/>
              </a:spcAft>
              <a:buSzPts val="1100"/>
              <a:buChar char="▪"/>
              <a:defRPr>
                <a:solidFill>
                  <a:schemeClr val="lt1"/>
                </a:solidFill>
              </a:defRPr>
            </a:lvl8pPr>
            <a:lvl9pPr marL="4114800" lvl="8" indent="-342900" algn="l">
              <a:lnSpc>
                <a:spcPct val="90000"/>
              </a:lnSpc>
              <a:spcBef>
                <a:spcPts val="375"/>
              </a:spcBef>
              <a:spcAft>
                <a:spcPts val="0"/>
              </a:spcAft>
              <a:buClr>
                <a:schemeClr val="dk1"/>
              </a:buClr>
              <a:buSzPts val="1800"/>
              <a:buChar char="▪"/>
              <a:defRPr/>
            </a:lvl9pPr>
          </a:lstStyle>
          <a:p>
            <a:endParaRPr/>
          </a:p>
        </p:txBody>
      </p:sp>
      <p:pic>
        <p:nvPicPr>
          <p:cNvPr id="31" name="Google Shape;31;p7"/>
          <p:cNvPicPr preferRelativeResize="0"/>
          <p:nvPr/>
        </p:nvPicPr>
        <p:blipFill rotWithShape="1">
          <a:blip r:embed="rId2">
            <a:alphaModFix/>
          </a:blip>
          <a:srcRect/>
          <a:stretch/>
        </p:blipFill>
        <p:spPr>
          <a:xfrm>
            <a:off x="345736" y="4761293"/>
            <a:ext cx="1019018" cy="1587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345737" y="273845"/>
            <a:ext cx="8444975" cy="744141"/>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8"/>
          <p:cNvSpPr txBox="1">
            <a:spLocks noGrp="1"/>
          </p:cNvSpPr>
          <p:nvPr>
            <p:ph type="body" idx="1"/>
          </p:nvPr>
        </p:nvSpPr>
        <p:spPr>
          <a:xfrm>
            <a:off x="345737" y="1189436"/>
            <a:ext cx="8444975" cy="3443288"/>
          </a:xfrm>
          <a:prstGeom prst="rect">
            <a:avLst/>
          </a:prstGeom>
          <a:noFill/>
          <a:ln>
            <a:noFill/>
          </a:ln>
        </p:spPr>
        <p:txBody>
          <a:bodyPr spcFirstLastPara="1" wrap="square" lIns="0" tIns="45700" rIns="0" bIns="45700" anchor="t" anchorCtr="0">
            <a:noAutofit/>
          </a:bodyPr>
          <a:lstStyle>
            <a:lvl1pPr marL="457200" lvl="0" indent="-361950" algn="l">
              <a:lnSpc>
                <a:spcPct val="90000"/>
              </a:lnSpc>
              <a:spcBef>
                <a:spcPts val="750"/>
              </a:spcBef>
              <a:spcAft>
                <a:spcPts val="0"/>
              </a:spcAft>
              <a:buSzPts val="2100"/>
              <a:buChar char="▪"/>
              <a:defRPr/>
            </a:lvl1pPr>
            <a:lvl2pPr marL="914400" lvl="1" indent="-342900" algn="l">
              <a:lnSpc>
                <a:spcPct val="90000"/>
              </a:lnSpc>
              <a:spcBef>
                <a:spcPts val="375"/>
              </a:spcBef>
              <a:spcAft>
                <a:spcPts val="0"/>
              </a:spcAft>
              <a:buSzPts val="1800"/>
              <a:buChar char="▪"/>
              <a:defRPr/>
            </a:lvl2pPr>
            <a:lvl3pPr marL="1371600" lvl="2" indent="-323850" algn="l">
              <a:lnSpc>
                <a:spcPct val="90000"/>
              </a:lnSpc>
              <a:spcBef>
                <a:spcPts val="375"/>
              </a:spcBef>
              <a:spcAft>
                <a:spcPts val="0"/>
              </a:spcAft>
              <a:buSzPts val="1500"/>
              <a:buChar char="▪"/>
              <a:defRPr/>
            </a:lvl3pPr>
            <a:lvl4pPr marL="1828800" lvl="3" indent="-311150" algn="l">
              <a:lnSpc>
                <a:spcPct val="90000"/>
              </a:lnSpc>
              <a:spcBef>
                <a:spcPts val="375"/>
              </a:spcBef>
              <a:spcAft>
                <a:spcPts val="0"/>
              </a:spcAft>
              <a:buSzPts val="1300"/>
              <a:buChar char="▪"/>
              <a:defRPr/>
            </a:lvl4pPr>
            <a:lvl5pPr marL="2286000" lvl="4" indent="-298450" algn="l">
              <a:lnSpc>
                <a:spcPct val="90000"/>
              </a:lnSpc>
              <a:spcBef>
                <a:spcPts val="375"/>
              </a:spcBef>
              <a:spcAft>
                <a:spcPts val="0"/>
              </a:spcAft>
              <a:buSzPts val="1100"/>
              <a:buChar char="▪"/>
              <a:defRPr/>
            </a:lvl5pPr>
            <a:lvl6pPr marL="2743200" lvl="5" indent="-298450" algn="l">
              <a:lnSpc>
                <a:spcPct val="90000"/>
              </a:lnSpc>
              <a:spcBef>
                <a:spcPts val="375"/>
              </a:spcBef>
              <a:spcAft>
                <a:spcPts val="0"/>
              </a:spcAft>
              <a:buSzPts val="1100"/>
              <a:buChar char="▪"/>
              <a:defRPr/>
            </a:lvl6pPr>
            <a:lvl7pPr marL="3200400" lvl="6" indent="-298450" algn="l">
              <a:lnSpc>
                <a:spcPct val="90000"/>
              </a:lnSpc>
              <a:spcBef>
                <a:spcPts val="375"/>
              </a:spcBef>
              <a:spcAft>
                <a:spcPts val="0"/>
              </a:spcAft>
              <a:buSzPts val="1100"/>
              <a:buChar char="▪"/>
              <a:defRPr/>
            </a:lvl7pPr>
            <a:lvl8pPr marL="3657600" lvl="7" indent="-298450" algn="l">
              <a:lnSpc>
                <a:spcPct val="90000"/>
              </a:lnSpc>
              <a:spcBef>
                <a:spcPts val="375"/>
              </a:spcBef>
              <a:spcAft>
                <a:spcPts val="0"/>
              </a:spcAft>
              <a:buSzPts val="1100"/>
              <a:buChar char="▪"/>
              <a:defRPr/>
            </a:lvl8pPr>
            <a:lvl9pPr marL="4114800" lvl="8" indent="-298450" algn="l">
              <a:lnSpc>
                <a:spcPct val="90000"/>
              </a:lnSpc>
              <a:spcBef>
                <a:spcPts val="375"/>
              </a:spcBef>
              <a:spcAft>
                <a:spcPts val="0"/>
              </a:spcAft>
              <a:buSzPts val="11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345737" y="273845"/>
            <a:ext cx="8444975" cy="744141"/>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9"/>
          <p:cNvSpPr txBox="1">
            <a:spLocks noGrp="1"/>
          </p:cNvSpPr>
          <p:nvPr>
            <p:ph type="body" idx="1"/>
          </p:nvPr>
        </p:nvSpPr>
        <p:spPr>
          <a:xfrm>
            <a:off x="345725" y="1325875"/>
            <a:ext cx="8534700" cy="3339000"/>
          </a:xfrm>
          <a:prstGeom prst="rect">
            <a:avLst/>
          </a:prstGeom>
          <a:noFill/>
          <a:ln>
            <a:noFill/>
          </a:ln>
        </p:spPr>
        <p:txBody>
          <a:bodyPr spcFirstLastPara="1" wrap="square" lIns="0" tIns="45700" rIns="0" bIns="45700" anchor="t" anchorCtr="0">
            <a:noAutofit/>
          </a:bodyPr>
          <a:lstStyle>
            <a:lvl1pPr marL="457200" lvl="0" indent="-361950" algn="l" rtl="0">
              <a:lnSpc>
                <a:spcPct val="90000"/>
              </a:lnSpc>
              <a:spcBef>
                <a:spcPts val="750"/>
              </a:spcBef>
              <a:spcAft>
                <a:spcPts val="0"/>
              </a:spcAft>
              <a:buSzPts val="2100"/>
              <a:buChar char="▪"/>
              <a:defRPr/>
            </a:lvl1pPr>
            <a:lvl2pPr marL="914400" lvl="1" indent="-342900" algn="l" rtl="0">
              <a:lnSpc>
                <a:spcPct val="90000"/>
              </a:lnSpc>
              <a:spcBef>
                <a:spcPts val="375"/>
              </a:spcBef>
              <a:spcAft>
                <a:spcPts val="0"/>
              </a:spcAft>
              <a:buSzPts val="1800"/>
              <a:buChar char="▪"/>
              <a:defRPr/>
            </a:lvl2pPr>
            <a:lvl3pPr marL="1371600" lvl="2" indent="-323850" algn="l" rtl="0">
              <a:lnSpc>
                <a:spcPct val="90000"/>
              </a:lnSpc>
              <a:spcBef>
                <a:spcPts val="375"/>
              </a:spcBef>
              <a:spcAft>
                <a:spcPts val="0"/>
              </a:spcAft>
              <a:buSzPts val="1500"/>
              <a:buChar char="▪"/>
              <a:defRPr/>
            </a:lvl3pPr>
            <a:lvl4pPr marL="1828800" lvl="3" indent="-311150" algn="l" rtl="0">
              <a:lnSpc>
                <a:spcPct val="90000"/>
              </a:lnSpc>
              <a:spcBef>
                <a:spcPts val="375"/>
              </a:spcBef>
              <a:spcAft>
                <a:spcPts val="0"/>
              </a:spcAft>
              <a:buSzPts val="1300"/>
              <a:buChar char="▪"/>
              <a:defRPr/>
            </a:lvl4pPr>
            <a:lvl5pPr marL="2286000" lvl="4" indent="-298450" algn="l" rtl="0">
              <a:lnSpc>
                <a:spcPct val="90000"/>
              </a:lnSpc>
              <a:spcBef>
                <a:spcPts val="375"/>
              </a:spcBef>
              <a:spcAft>
                <a:spcPts val="0"/>
              </a:spcAft>
              <a:buSzPts val="1100"/>
              <a:buChar char="▪"/>
              <a:defRPr/>
            </a:lvl5pPr>
            <a:lvl6pPr marL="2743200" lvl="5" indent="-298450" algn="l" rtl="0">
              <a:lnSpc>
                <a:spcPct val="90000"/>
              </a:lnSpc>
              <a:spcBef>
                <a:spcPts val="375"/>
              </a:spcBef>
              <a:spcAft>
                <a:spcPts val="0"/>
              </a:spcAft>
              <a:buSzPts val="1100"/>
              <a:buChar char="▪"/>
              <a:defRPr/>
            </a:lvl6pPr>
            <a:lvl7pPr marL="3200400" lvl="6" indent="-298450" algn="l" rtl="0">
              <a:lnSpc>
                <a:spcPct val="90000"/>
              </a:lnSpc>
              <a:spcBef>
                <a:spcPts val="375"/>
              </a:spcBef>
              <a:spcAft>
                <a:spcPts val="0"/>
              </a:spcAft>
              <a:buSzPts val="1100"/>
              <a:buChar char="▪"/>
              <a:defRPr/>
            </a:lvl7pPr>
            <a:lvl8pPr marL="3657600" lvl="7" indent="-298450" algn="l" rtl="0">
              <a:lnSpc>
                <a:spcPct val="90000"/>
              </a:lnSpc>
              <a:spcBef>
                <a:spcPts val="375"/>
              </a:spcBef>
              <a:spcAft>
                <a:spcPts val="0"/>
              </a:spcAft>
              <a:buSzPts val="1100"/>
              <a:buChar char="▪"/>
              <a:defRPr/>
            </a:lvl8pPr>
            <a:lvl9pPr marL="4114800" lvl="8" indent="-298450" algn="l" rtl="0">
              <a:lnSpc>
                <a:spcPct val="90000"/>
              </a:lnSpc>
              <a:spcBef>
                <a:spcPts val="375"/>
              </a:spcBef>
              <a:spcAft>
                <a:spcPts val="0"/>
              </a:spcAft>
              <a:buSzPts val="1100"/>
              <a:buChar char="▪"/>
              <a:defRPr/>
            </a:lvl9pPr>
          </a:lstStyle>
          <a:p>
            <a:endParaRPr/>
          </a:p>
        </p:txBody>
      </p:sp>
      <p:sp>
        <p:nvSpPr>
          <p:cNvPr id="38" name="Google Shape;38;p9"/>
          <p:cNvSpPr txBox="1">
            <a:spLocks noGrp="1"/>
          </p:cNvSpPr>
          <p:nvPr>
            <p:ph type="subTitle" idx="2"/>
          </p:nvPr>
        </p:nvSpPr>
        <p:spPr>
          <a:xfrm>
            <a:off x="345725" y="925925"/>
            <a:ext cx="8445000" cy="307200"/>
          </a:xfrm>
          <a:prstGeom prst="rect">
            <a:avLst/>
          </a:prstGeom>
        </p:spPr>
        <p:txBody>
          <a:bodyPr spcFirstLastPara="1" wrap="square" lIns="0" tIns="45700" rIns="0" bIns="45700" anchor="ctr" anchorCtr="0">
            <a:noAutofit/>
          </a:bodyPr>
          <a:lstStyle>
            <a:lvl1pPr lvl="0" rtl="0">
              <a:lnSpc>
                <a:spcPct val="100000"/>
              </a:lnSpc>
              <a:spcBef>
                <a:spcPts val="0"/>
              </a:spcBef>
              <a:spcAft>
                <a:spcPts val="0"/>
              </a:spcAft>
              <a:buNone/>
              <a:defRPr>
                <a:solidFill>
                  <a:schemeClr val="accent5"/>
                </a:solidFill>
              </a:defRPr>
            </a:lvl1pPr>
            <a:lvl2pPr lvl="1" rtl="0">
              <a:lnSpc>
                <a:spcPct val="100000"/>
              </a:lnSpc>
              <a:spcBef>
                <a:spcPts val="0"/>
              </a:spcBef>
              <a:spcAft>
                <a:spcPts val="0"/>
              </a:spcAft>
              <a:buNone/>
              <a:defRPr>
                <a:solidFill>
                  <a:schemeClr val="accent5"/>
                </a:solidFill>
              </a:defRPr>
            </a:lvl2pPr>
            <a:lvl3pPr lvl="2" rtl="0">
              <a:lnSpc>
                <a:spcPct val="100000"/>
              </a:lnSpc>
              <a:spcBef>
                <a:spcPts val="0"/>
              </a:spcBef>
              <a:spcAft>
                <a:spcPts val="0"/>
              </a:spcAft>
              <a:buNone/>
              <a:defRPr>
                <a:solidFill>
                  <a:schemeClr val="accent5"/>
                </a:solidFill>
              </a:defRPr>
            </a:lvl3pPr>
            <a:lvl4pPr lvl="3" rtl="0">
              <a:lnSpc>
                <a:spcPct val="100000"/>
              </a:lnSpc>
              <a:spcBef>
                <a:spcPts val="0"/>
              </a:spcBef>
              <a:spcAft>
                <a:spcPts val="0"/>
              </a:spcAft>
              <a:buNone/>
              <a:defRPr>
                <a:solidFill>
                  <a:schemeClr val="accent5"/>
                </a:solidFill>
              </a:defRPr>
            </a:lvl4pPr>
            <a:lvl5pPr lvl="4" rtl="0">
              <a:lnSpc>
                <a:spcPct val="100000"/>
              </a:lnSpc>
              <a:spcBef>
                <a:spcPts val="0"/>
              </a:spcBef>
              <a:spcAft>
                <a:spcPts val="0"/>
              </a:spcAft>
              <a:buNone/>
              <a:defRPr>
                <a:solidFill>
                  <a:schemeClr val="accent5"/>
                </a:solidFill>
              </a:defRPr>
            </a:lvl5pPr>
            <a:lvl6pPr lvl="5" rtl="0">
              <a:lnSpc>
                <a:spcPct val="100000"/>
              </a:lnSpc>
              <a:spcBef>
                <a:spcPts val="0"/>
              </a:spcBef>
              <a:spcAft>
                <a:spcPts val="0"/>
              </a:spcAft>
              <a:buNone/>
              <a:defRPr>
                <a:solidFill>
                  <a:schemeClr val="accent5"/>
                </a:solidFill>
              </a:defRPr>
            </a:lvl6pPr>
            <a:lvl7pPr lvl="6" rtl="0">
              <a:lnSpc>
                <a:spcPct val="100000"/>
              </a:lnSpc>
              <a:spcBef>
                <a:spcPts val="0"/>
              </a:spcBef>
              <a:spcAft>
                <a:spcPts val="0"/>
              </a:spcAft>
              <a:buNone/>
              <a:defRPr>
                <a:solidFill>
                  <a:schemeClr val="accent5"/>
                </a:solidFill>
              </a:defRPr>
            </a:lvl7pPr>
            <a:lvl8pPr lvl="7" rtl="0">
              <a:lnSpc>
                <a:spcPct val="100000"/>
              </a:lnSpc>
              <a:spcBef>
                <a:spcPts val="0"/>
              </a:spcBef>
              <a:spcAft>
                <a:spcPts val="0"/>
              </a:spcAft>
              <a:buNone/>
              <a:defRPr>
                <a:solidFill>
                  <a:schemeClr val="accent5"/>
                </a:solidFill>
              </a:defRPr>
            </a:lvl8pPr>
            <a:lvl9pPr lvl="8" rtl="0">
              <a:lnSpc>
                <a:spcPct val="100000"/>
              </a:lnSpc>
              <a:spcBef>
                <a:spcPts val="0"/>
              </a:spcBef>
              <a:spcAft>
                <a:spcPts val="0"/>
              </a:spcAft>
              <a:buNone/>
              <a:defRPr>
                <a:solidFill>
                  <a:schemeClr val="accent5"/>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lumn">
  <p:cSld name="Two Column">
    <p:spTree>
      <p:nvGrpSpPr>
        <p:cNvPr id="1" name="Shape 39"/>
        <p:cNvGrpSpPr/>
        <p:nvPr/>
      </p:nvGrpSpPr>
      <p:grpSpPr>
        <a:xfrm>
          <a:off x="0" y="0"/>
          <a:ext cx="0" cy="0"/>
          <a:chOff x="0" y="0"/>
          <a:chExt cx="0" cy="0"/>
        </a:xfrm>
      </p:grpSpPr>
      <p:sp>
        <p:nvSpPr>
          <p:cNvPr id="40" name="Google Shape;40;p10"/>
          <p:cNvSpPr txBox="1">
            <a:spLocks noGrp="1"/>
          </p:cNvSpPr>
          <p:nvPr>
            <p:ph type="title"/>
          </p:nvPr>
        </p:nvSpPr>
        <p:spPr>
          <a:xfrm>
            <a:off x="345737" y="273845"/>
            <a:ext cx="8444975" cy="744141"/>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41" name="Google Shape;41;p10"/>
          <p:cNvCxnSpPr/>
          <p:nvPr/>
        </p:nvCxnSpPr>
        <p:spPr>
          <a:xfrm>
            <a:off x="4476584" y="1189435"/>
            <a:ext cx="0" cy="3442716"/>
          </a:xfrm>
          <a:prstGeom prst="straightConnector1">
            <a:avLst/>
          </a:prstGeom>
          <a:noFill/>
          <a:ln w="12700" cap="flat" cmpd="sng">
            <a:solidFill>
              <a:schemeClr val="accent5"/>
            </a:solidFill>
            <a:prstDash val="solid"/>
            <a:miter lim="800000"/>
            <a:headEnd type="none" w="sm" len="sm"/>
            <a:tailEnd type="none" w="sm" len="sm"/>
          </a:ln>
        </p:spPr>
      </p:cxnSp>
      <p:sp>
        <p:nvSpPr>
          <p:cNvPr id="42" name="Google Shape;42;p10"/>
          <p:cNvSpPr txBox="1">
            <a:spLocks noGrp="1"/>
          </p:cNvSpPr>
          <p:nvPr>
            <p:ph type="body" idx="1"/>
          </p:nvPr>
        </p:nvSpPr>
        <p:spPr>
          <a:xfrm>
            <a:off x="345734" y="1710301"/>
            <a:ext cx="4049700" cy="2922600"/>
          </a:xfrm>
          <a:prstGeom prst="rect">
            <a:avLst/>
          </a:prstGeom>
          <a:noFill/>
          <a:ln>
            <a:noFill/>
          </a:ln>
        </p:spPr>
        <p:txBody>
          <a:bodyPr spcFirstLastPara="1" wrap="square" lIns="0" tIns="34275" rIns="0" bIns="34275" anchor="t" anchorCtr="0">
            <a:noAutofit/>
          </a:bodyPr>
          <a:lstStyle>
            <a:lvl1pPr marL="457200" lvl="0" indent="-342900" algn="l" rtl="0">
              <a:lnSpc>
                <a:spcPct val="90000"/>
              </a:lnSpc>
              <a:spcBef>
                <a:spcPts val="0"/>
              </a:spcBef>
              <a:spcAft>
                <a:spcPts val="0"/>
              </a:spcAft>
              <a:buSzPts val="1800"/>
              <a:buFont typeface="Barlow"/>
              <a:buChar char="▪"/>
              <a:defRPr sz="1800"/>
            </a:lvl1pPr>
            <a:lvl2pPr marL="914400" lvl="1" indent="-323850" algn="l" rtl="0">
              <a:lnSpc>
                <a:spcPct val="90000"/>
              </a:lnSpc>
              <a:spcBef>
                <a:spcPts val="400"/>
              </a:spcBef>
              <a:spcAft>
                <a:spcPts val="0"/>
              </a:spcAft>
              <a:buSzPts val="1500"/>
              <a:buChar char="▪"/>
              <a:defRPr sz="1500"/>
            </a:lvl2pPr>
            <a:lvl3pPr marL="1371600" lvl="2" indent="-317500" algn="l" rtl="0">
              <a:lnSpc>
                <a:spcPct val="90000"/>
              </a:lnSpc>
              <a:spcBef>
                <a:spcPts val="400"/>
              </a:spcBef>
              <a:spcAft>
                <a:spcPts val="0"/>
              </a:spcAft>
              <a:buSzPts val="1400"/>
              <a:buChar char="▪"/>
              <a:defRPr sz="1400"/>
            </a:lvl3pPr>
            <a:lvl4pPr marL="1828800" lvl="3" indent="-304800" algn="l" rtl="0">
              <a:lnSpc>
                <a:spcPct val="90000"/>
              </a:lnSpc>
              <a:spcBef>
                <a:spcPts val="400"/>
              </a:spcBef>
              <a:spcAft>
                <a:spcPts val="0"/>
              </a:spcAft>
              <a:buSzPts val="1200"/>
              <a:buChar char="▪"/>
              <a:defRPr sz="1200"/>
            </a:lvl4pPr>
            <a:lvl5pPr marL="2286000" lvl="4" indent="-304800" algn="l" rtl="0">
              <a:lnSpc>
                <a:spcPct val="90000"/>
              </a:lnSpc>
              <a:spcBef>
                <a:spcPts val="400"/>
              </a:spcBef>
              <a:spcAft>
                <a:spcPts val="0"/>
              </a:spcAft>
              <a:buSzPts val="1200"/>
              <a:buChar char="▪"/>
              <a:defRPr sz="1200"/>
            </a:lvl5pPr>
            <a:lvl6pPr marL="2743200" lvl="5" indent="-304800" algn="l" rtl="0">
              <a:lnSpc>
                <a:spcPct val="90000"/>
              </a:lnSpc>
              <a:spcBef>
                <a:spcPts val="400"/>
              </a:spcBef>
              <a:spcAft>
                <a:spcPts val="0"/>
              </a:spcAft>
              <a:buSzPts val="1200"/>
              <a:buChar char="▪"/>
              <a:defRPr sz="1200"/>
            </a:lvl6pPr>
            <a:lvl7pPr marL="3200400" lvl="6" indent="-304800" algn="l" rtl="0">
              <a:lnSpc>
                <a:spcPct val="90000"/>
              </a:lnSpc>
              <a:spcBef>
                <a:spcPts val="400"/>
              </a:spcBef>
              <a:spcAft>
                <a:spcPts val="0"/>
              </a:spcAft>
              <a:buSzPts val="1200"/>
              <a:buChar char="▪"/>
              <a:defRPr sz="1200"/>
            </a:lvl7pPr>
            <a:lvl8pPr marL="3657600" lvl="7" indent="-304800" algn="l" rtl="0">
              <a:lnSpc>
                <a:spcPct val="90000"/>
              </a:lnSpc>
              <a:spcBef>
                <a:spcPts val="400"/>
              </a:spcBef>
              <a:spcAft>
                <a:spcPts val="0"/>
              </a:spcAft>
              <a:buSzPts val="1200"/>
              <a:buChar char="▪"/>
              <a:defRPr sz="1200"/>
            </a:lvl8pPr>
            <a:lvl9pPr marL="4114800" lvl="8" indent="-304800" algn="l" rtl="0">
              <a:lnSpc>
                <a:spcPct val="90000"/>
              </a:lnSpc>
              <a:spcBef>
                <a:spcPts val="400"/>
              </a:spcBef>
              <a:spcAft>
                <a:spcPts val="0"/>
              </a:spcAft>
              <a:buSzPts val="1200"/>
              <a:buChar char="▪"/>
              <a:defRPr sz="1200"/>
            </a:lvl9pPr>
          </a:lstStyle>
          <a:p>
            <a:endParaRPr/>
          </a:p>
        </p:txBody>
      </p:sp>
      <p:sp>
        <p:nvSpPr>
          <p:cNvPr id="43" name="Google Shape;43;p10"/>
          <p:cNvSpPr txBox="1">
            <a:spLocks noGrp="1"/>
          </p:cNvSpPr>
          <p:nvPr>
            <p:ph type="subTitle" idx="2"/>
          </p:nvPr>
        </p:nvSpPr>
        <p:spPr>
          <a:xfrm>
            <a:off x="345731" y="1260750"/>
            <a:ext cx="4024500" cy="306000"/>
          </a:xfrm>
          <a:prstGeom prst="rect">
            <a:avLst/>
          </a:prstGeom>
        </p:spPr>
        <p:txBody>
          <a:bodyPr spcFirstLastPara="1" wrap="square" lIns="0" tIns="45700" rIns="0" bIns="45700" anchor="ctr" anchorCtr="0">
            <a:noAutofit/>
          </a:bodyPr>
          <a:lstStyle>
            <a:lvl1pPr lvl="0" rtl="0">
              <a:lnSpc>
                <a:spcPct val="100000"/>
              </a:lnSpc>
              <a:spcBef>
                <a:spcPts val="0"/>
              </a:spcBef>
              <a:spcAft>
                <a:spcPts val="0"/>
              </a:spcAft>
              <a:buNone/>
              <a:defRPr>
                <a:solidFill>
                  <a:schemeClr val="accent5"/>
                </a:solidFill>
              </a:defRPr>
            </a:lvl1pPr>
            <a:lvl2pPr lvl="1" rtl="0">
              <a:lnSpc>
                <a:spcPct val="100000"/>
              </a:lnSpc>
              <a:spcBef>
                <a:spcPts val="0"/>
              </a:spcBef>
              <a:spcAft>
                <a:spcPts val="0"/>
              </a:spcAft>
              <a:buNone/>
              <a:defRPr>
                <a:solidFill>
                  <a:schemeClr val="accent5"/>
                </a:solidFill>
              </a:defRPr>
            </a:lvl2pPr>
            <a:lvl3pPr lvl="2" rtl="0">
              <a:lnSpc>
                <a:spcPct val="100000"/>
              </a:lnSpc>
              <a:spcBef>
                <a:spcPts val="0"/>
              </a:spcBef>
              <a:spcAft>
                <a:spcPts val="0"/>
              </a:spcAft>
              <a:buNone/>
              <a:defRPr>
                <a:solidFill>
                  <a:schemeClr val="accent5"/>
                </a:solidFill>
              </a:defRPr>
            </a:lvl3pPr>
            <a:lvl4pPr lvl="3" rtl="0">
              <a:lnSpc>
                <a:spcPct val="100000"/>
              </a:lnSpc>
              <a:spcBef>
                <a:spcPts val="0"/>
              </a:spcBef>
              <a:spcAft>
                <a:spcPts val="0"/>
              </a:spcAft>
              <a:buNone/>
              <a:defRPr>
                <a:solidFill>
                  <a:schemeClr val="accent5"/>
                </a:solidFill>
              </a:defRPr>
            </a:lvl4pPr>
            <a:lvl5pPr lvl="4" rtl="0">
              <a:lnSpc>
                <a:spcPct val="100000"/>
              </a:lnSpc>
              <a:spcBef>
                <a:spcPts val="0"/>
              </a:spcBef>
              <a:spcAft>
                <a:spcPts val="0"/>
              </a:spcAft>
              <a:buNone/>
              <a:defRPr>
                <a:solidFill>
                  <a:schemeClr val="accent5"/>
                </a:solidFill>
              </a:defRPr>
            </a:lvl5pPr>
            <a:lvl6pPr lvl="5" rtl="0">
              <a:lnSpc>
                <a:spcPct val="100000"/>
              </a:lnSpc>
              <a:spcBef>
                <a:spcPts val="0"/>
              </a:spcBef>
              <a:spcAft>
                <a:spcPts val="0"/>
              </a:spcAft>
              <a:buNone/>
              <a:defRPr>
                <a:solidFill>
                  <a:schemeClr val="accent5"/>
                </a:solidFill>
              </a:defRPr>
            </a:lvl6pPr>
            <a:lvl7pPr lvl="6" rtl="0">
              <a:lnSpc>
                <a:spcPct val="100000"/>
              </a:lnSpc>
              <a:spcBef>
                <a:spcPts val="0"/>
              </a:spcBef>
              <a:spcAft>
                <a:spcPts val="0"/>
              </a:spcAft>
              <a:buNone/>
              <a:defRPr>
                <a:solidFill>
                  <a:schemeClr val="accent5"/>
                </a:solidFill>
              </a:defRPr>
            </a:lvl7pPr>
            <a:lvl8pPr lvl="7" rtl="0">
              <a:lnSpc>
                <a:spcPct val="100000"/>
              </a:lnSpc>
              <a:spcBef>
                <a:spcPts val="0"/>
              </a:spcBef>
              <a:spcAft>
                <a:spcPts val="0"/>
              </a:spcAft>
              <a:buNone/>
              <a:defRPr>
                <a:solidFill>
                  <a:schemeClr val="accent5"/>
                </a:solidFill>
              </a:defRPr>
            </a:lvl8pPr>
            <a:lvl9pPr lvl="8" rtl="0">
              <a:lnSpc>
                <a:spcPct val="100000"/>
              </a:lnSpc>
              <a:spcBef>
                <a:spcPts val="0"/>
              </a:spcBef>
              <a:spcAft>
                <a:spcPts val="0"/>
              </a:spcAft>
              <a:buNone/>
              <a:defRPr>
                <a:solidFill>
                  <a:schemeClr val="accent5"/>
                </a:solidFill>
              </a:defRPr>
            </a:lvl9pPr>
          </a:lstStyle>
          <a:p>
            <a:endParaRPr/>
          </a:p>
        </p:txBody>
      </p:sp>
      <p:sp>
        <p:nvSpPr>
          <p:cNvPr id="44" name="Google Shape;44;p10"/>
          <p:cNvSpPr txBox="1">
            <a:spLocks noGrp="1"/>
          </p:cNvSpPr>
          <p:nvPr>
            <p:ph type="body" idx="3"/>
          </p:nvPr>
        </p:nvSpPr>
        <p:spPr>
          <a:xfrm>
            <a:off x="4740941" y="1710301"/>
            <a:ext cx="4049700" cy="2922600"/>
          </a:xfrm>
          <a:prstGeom prst="rect">
            <a:avLst/>
          </a:prstGeom>
          <a:noFill/>
          <a:ln>
            <a:noFill/>
          </a:ln>
        </p:spPr>
        <p:txBody>
          <a:bodyPr spcFirstLastPara="1" wrap="square" lIns="0" tIns="34275" rIns="0" bIns="34275" anchor="t" anchorCtr="0">
            <a:noAutofit/>
          </a:bodyPr>
          <a:lstStyle>
            <a:lvl1pPr marL="457200" lvl="0" indent="-342900" algn="l" rtl="0">
              <a:lnSpc>
                <a:spcPct val="90000"/>
              </a:lnSpc>
              <a:spcBef>
                <a:spcPts val="0"/>
              </a:spcBef>
              <a:spcAft>
                <a:spcPts val="0"/>
              </a:spcAft>
              <a:buSzPts val="1800"/>
              <a:buFont typeface="Barlow"/>
              <a:buChar char="▪"/>
              <a:defRPr sz="1800"/>
            </a:lvl1pPr>
            <a:lvl2pPr marL="914400" lvl="1" indent="-317500" algn="l" rtl="0">
              <a:lnSpc>
                <a:spcPct val="90000"/>
              </a:lnSpc>
              <a:spcBef>
                <a:spcPts val="400"/>
              </a:spcBef>
              <a:spcAft>
                <a:spcPts val="0"/>
              </a:spcAft>
              <a:buSzPts val="1400"/>
              <a:buChar char="▪"/>
              <a:defRPr sz="1500"/>
            </a:lvl2pPr>
            <a:lvl3pPr marL="1371600" lvl="2" indent="-317500" algn="l" rtl="0">
              <a:lnSpc>
                <a:spcPct val="90000"/>
              </a:lnSpc>
              <a:spcBef>
                <a:spcPts val="400"/>
              </a:spcBef>
              <a:spcAft>
                <a:spcPts val="0"/>
              </a:spcAft>
              <a:buSzPts val="1400"/>
              <a:buChar char="▪"/>
              <a:defRPr sz="1400"/>
            </a:lvl3pPr>
            <a:lvl4pPr marL="1828800" lvl="3" indent="-304800" algn="l" rtl="0">
              <a:lnSpc>
                <a:spcPct val="90000"/>
              </a:lnSpc>
              <a:spcBef>
                <a:spcPts val="400"/>
              </a:spcBef>
              <a:spcAft>
                <a:spcPts val="0"/>
              </a:spcAft>
              <a:buSzPts val="1200"/>
              <a:buChar char="▪"/>
              <a:defRPr sz="1200"/>
            </a:lvl4pPr>
            <a:lvl5pPr marL="2286000" lvl="4" indent="-304800" algn="l" rtl="0">
              <a:lnSpc>
                <a:spcPct val="90000"/>
              </a:lnSpc>
              <a:spcBef>
                <a:spcPts val="400"/>
              </a:spcBef>
              <a:spcAft>
                <a:spcPts val="0"/>
              </a:spcAft>
              <a:buSzPts val="1200"/>
              <a:buChar char="▪"/>
              <a:defRPr sz="1200"/>
            </a:lvl5pPr>
            <a:lvl6pPr marL="2743200" lvl="5" indent="-304800" algn="l" rtl="0">
              <a:lnSpc>
                <a:spcPct val="90000"/>
              </a:lnSpc>
              <a:spcBef>
                <a:spcPts val="400"/>
              </a:spcBef>
              <a:spcAft>
                <a:spcPts val="0"/>
              </a:spcAft>
              <a:buSzPts val="1200"/>
              <a:buChar char="▪"/>
              <a:defRPr sz="1200"/>
            </a:lvl6pPr>
            <a:lvl7pPr marL="3200400" lvl="6" indent="-304800" algn="l" rtl="0">
              <a:lnSpc>
                <a:spcPct val="90000"/>
              </a:lnSpc>
              <a:spcBef>
                <a:spcPts val="400"/>
              </a:spcBef>
              <a:spcAft>
                <a:spcPts val="0"/>
              </a:spcAft>
              <a:buSzPts val="1200"/>
              <a:buChar char="▪"/>
              <a:defRPr sz="1200"/>
            </a:lvl7pPr>
            <a:lvl8pPr marL="3657600" lvl="7" indent="-304800" algn="l" rtl="0">
              <a:lnSpc>
                <a:spcPct val="90000"/>
              </a:lnSpc>
              <a:spcBef>
                <a:spcPts val="400"/>
              </a:spcBef>
              <a:spcAft>
                <a:spcPts val="0"/>
              </a:spcAft>
              <a:buSzPts val="1200"/>
              <a:buChar char="▪"/>
              <a:defRPr sz="1200"/>
            </a:lvl8pPr>
            <a:lvl9pPr marL="4114800" lvl="8" indent="-304800" algn="l" rtl="0">
              <a:lnSpc>
                <a:spcPct val="90000"/>
              </a:lnSpc>
              <a:spcBef>
                <a:spcPts val="400"/>
              </a:spcBef>
              <a:spcAft>
                <a:spcPts val="0"/>
              </a:spcAft>
              <a:buSzPts val="1200"/>
              <a:buChar char="▪"/>
              <a:defRPr sz="1200"/>
            </a:lvl9pPr>
          </a:lstStyle>
          <a:p>
            <a:endParaRPr/>
          </a:p>
        </p:txBody>
      </p:sp>
      <p:sp>
        <p:nvSpPr>
          <p:cNvPr id="45" name="Google Shape;45;p10"/>
          <p:cNvSpPr txBox="1">
            <a:spLocks noGrp="1"/>
          </p:cNvSpPr>
          <p:nvPr>
            <p:ph type="subTitle" idx="4"/>
          </p:nvPr>
        </p:nvSpPr>
        <p:spPr>
          <a:xfrm>
            <a:off x="4740938" y="1260750"/>
            <a:ext cx="4024500" cy="306000"/>
          </a:xfrm>
          <a:prstGeom prst="rect">
            <a:avLst/>
          </a:prstGeom>
        </p:spPr>
        <p:txBody>
          <a:bodyPr spcFirstLastPara="1" wrap="square" lIns="0" tIns="45700" rIns="0" bIns="45700" anchor="ctr" anchorCtr="0">
            <a:noAutofit/>
          </a:bodyPr>
          <a:lstStyle>
            <a:lvl1pPr lvl="0" rtl="0">
              <a:lnSpc>
                <a:spcPct val="100000"/>
              </a:lnSpc>
              <a:spcBef>
                <a:spcPts val="0"/>
              </a:spcBef>
              <a:spcAft>
                <a:spcPts val="0"/>
              </a:spcAft>
              <a:buNone/>
              <a:defRPr>
                <a:solidFill>
                  <a:schemeClr val="accent5"/>
                </a:solidFill>
              </a:defRPr>
            </a:lvl1pPr>
            <a:lvl2pPr lvl="1" rtl="0">
              <a:lnSpc>
                <a:spcPct val="100000"/>
              </a:lnSpc>
              <a:spcBef>
                <a:spcPts val="0"/>
              </a:spcBef>
              <a:spcAft>
                <a:spcPts val="0"/>
              </a:spcAft>
              <a:buNone/>
              <a:defRPr>
                <a:solidFill>
                  <a:schemeClr val="accent5"/>
                </a:solidFill>
              </a:defRPr>
            </a:lvl2pPr>
            <a:lvl3pPr lvl="2" rtl="0">
              <a:lnSpc>
                <a:spcPct val="100000"/>
              </a:lnSpc>
              <a:spcBef>
                <a:spcPts val="0"/>
              </a:spcBef>
              <a:spcAft>
                <a:spcPts val="0"/>
              </a:spcAft>
              <a:buNone/>
              <a:defRPr>
                <a:solidFill>
                  <a:schemeClr val="accent5"/>
                </a:solidFill>
              </a:defRPr>
            </a:lvl3pPr>
            <a:lvl4pPr lvl="3" rtl="0">
              <a:lnSpc>
                <a:spcPct val="100000"/>
              </a:lnSpc>
              <a:spcBef>
                <a:spcPts val="0"/>
              </a:spcBef>
              <a:spcAft>
                <a:spcPts val="0"/>
              </a:spcAft>
              <a:buNone/>
              <a:defRPr>
                <a:solidFill>
                  <a:schemeClr val="accent5"/>
                </a:solidFill>
              </a:defRPr>
            </a:lvl4pPr>
            <a:lvl5pPr lvl="4" rtl="0">
              <a:lnSpc>
                <a:spcPct val="100000"/>
              </a:lnSpc>
              <a:spcBef>
                <a:spcPts val="0"/>
              </a:spcBef>
              <a:spcAft>
                <a:spcPts val="0"/>
              </a:spcAft>
              <a:buNone/>
              <a:defRPr>
                <a:solidFill>
                  <a:schemeClr val="accent5"/>
                </a:solidFill>
              </a:defRPr>
            </a:lvl5pPr>
            <a:lvl6pPr lvl="5" rtl="0">
              <a:lnSpc>
                <a:spcPct val="100000"/>
              </a:lnSpc>
              <a:spcBef>
                <a:spcPts val="0"/>
              </a:spcBef>
              <a:spcAft>
                <a:spcPts val="0"/>
              </a:spcAft>
              <a:buNone/>
              <a:defRPr>
                <a:solidFill>
                  <a:schemeClr val="accent5"/>
                </a:solidFill>
              </a:defRPr>
            </a:lvl6pPr>
            <a:lvl7pPr lvl="6" rtl="0">
              <a:lnSpc>
                <a:spcPct val="100000"/>
              </a:lnSpc>
              <a:spcBef>
                <a:spcPts val="0"/>
              </a:spcBef>
              <a:spcAft>
                <a:spcPts val="0"/>
              </a:spcAft>
              <a:buNone/>
              <a:defRPr>
                <a:solidFill>
                  <a:schemeClr val="accent5"/>
                </a:solidFill>
              </a:defRPr>
            </a:lvl7pPr>
            <a:lvl8pPr lvl="7" rtl="0">
              <a:lnSpc>
                <a:spcPct val="100000"/>
              </a:lnSpc>
              <a:spcBef>
                <a:spcPts val="0"/>
              </a:spcBef>
              <a:spcAft>
                <a:spcPts val="0"/>
              </a:spcAft>
              <a:buNone/>
              <a:defRPr>
                <a:solidFill>
                  <a:schemeClr val="accent5"/>
                </a:solidFill>
              </a:defRPr>
            </a:lvl8pPr>
            <a:lvl9pPr lvl="8" rtl="0">
              <a:lnSpc>
                <a:spcPct val="100000"/>
              </a:lnSpc>
              <a:spcBef>
                <a:spcPts val="0"/>
              </a:spcBef>
              <a:spcAft>
                <a:spcPts val="0"/>
              </a:spcAft>
              <a:buNone/>
              <a:defRPr>
                <a:solidFill>
                  <a:schemeClr val="accent5"/>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ree Column">
  <p:cSld name="Three Column">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345737" y="273845"/>
            <a:ext cx="8444975" cy="744141"/>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48" name="Google Shape;48;p11"/>
          <p:cNvCxnSpPr/>
          <p:nvPr/>
        </p:nvCxnSpPr>
        <p:spPr>
          <a:xfrm>
            <a:off x="5939624" y="1189435"/>
            <a:ext cx="0" cy="3442716"/>
          </a:xfrm>
          <a:prstGeom prst="straightConnector1">
            <a:avLst/>
          </a:prstGeom>
          <a:noFill/>
          <a:ln w="12700" cap="flat" cmpd="sng">
            <a:solidFill>
              <a:schemeClr val="accent5"/>
            </a:solidFill>
            <a:prstDash val="solid"/>
            <a:miter lim="800000"/>
            <a:headEnd type="none" w="sm" len="sm"/>
            <a:tailEnd type="none" w="sm" len="sm"/>
          </a:ln>
        </p:spPr>
      </p:cxnSp>
      <p:cxnSp>
        <p:nvCxnSpPr>
          <p:cNvPr id="49" name="Google Shape;49;p11"/>
          <p:cNvCxnSpPr/>
          <p:nvPr/>
        </p:nvCxnSpPr>
        <p:spPr>
          <a:xfrm>
            <a:off x="3023483" y="1189435"/>
            <a:ext cx="0" cy="3442716"/>
          </a:xfrm>
          <a:prstGeom prst="straightConnector1">
            <a:avLst/>
          </a:prstGeom>
          <a:noFill/>
          <a:ln w="12700" cap="flat" cmpd="sng">
            <a:solidFill>
              <a:schemeClr val="accent5"/>
            </a:solidFill>
            <a:prstDash val="solid"/>
            <a:miter lim="800000"/>
            <a:headEnd type="none" w="sm" len="sm"/>
            <a:tailEnd type="none" w="sm" len="sm"/>
          </a:ln>
        </p:spPr>
      </p:cxnSp>
      <p:sp>
        <p:nvSpPr>
          <p:cNvPr id="50" name="Google Shape;50;p11"/>
          <p:cNvSpPr txBox="1">
            <a:spLocks noGrp="1"/>
          </p:cNvSpPr>
          <p:nvPr>
            <p:ph type="body" idx="1"/>
          </p:nvPr>
        </p:nvSpPr>
        <p:spPr>
          <a:xfrm>
            <a:off x="345734" y="1711517"/>
            <a:ext cx="2605800" cy="2920800"/>
          </a:xfrm>
          <a:prstGeom prst="rect">
            <a:avLst/>
          </a:prstGeom>
          <a:noFill/>
          <a:ln>
            <a:noFill/>
          </a:ln>
        </p:spPr>
        <p:txBody>
          <a:bodyPr spcFirstLastPara="1" wrap="square" lIns="0" tIns="34275" rIns="0" bIns="34275" anchor="t" anchorCtr="0">
            <a:noAutofit/>
          </a:bodyPr>
          <a:lstStyle>
            <a:lvl1pPr marL="457200" lvl="0" indent="-342900" algn="l" rtl="0">
              <a:lnSpc>
                <a:spcPct val="90000"/>
              </a:lnSpc>
              <a:spcBef>
                <a:spcPts val="0"/>
              </a:spcBef>
              <a:spcAft>
                <a:spcPts val="0"/>
              </a:spcAft>
              <a:buSzPts val="1800"/>
              <a:buChar char="▪"/>
              <a:defRPr sz="1800"/>
            </a:lvl1pPr>
            <a:lvl2pPr marL="914400" lvl="1" indent="-323850" algn="l" rtl="0">
              <a:lnSpc>
                <a:spcPct val="90000"/>
              </a:lnSpc>
              <a:spcBef>
                <a:spcPts val="400"/>
              </a:spcBef>
              <a:spcAft>
                <a:spcPts val="0"/>
              </a:spcAft>
              <a:buSzPts val="1500"/>
              <a:buChar char="▪"/>
              <a:defRPr sz="1500"/>
            </a:lvl2pPr>
            <a:lvl3pPr marL="1371600" lvl="2" indent="-317500" algn="l" rtl="0">
              <a:lnSpc>
                <a:spcPct val="90000"/>
              </a:lnSpc>
              <a:spcBef>
                <a:spcPts val="400"/>
              </a:spcBef>
              <a:spcAft>
                <a:spcPts val="0"/>
              </a:spcAft>
              <a:buSzPts val="1400"/>
              <a:buChar char="▪"/>
              <a:defRPr sz="1400"/>
            </a:lvl3pPr>
            <a:lvl4pPr marL="1828800" lvl="3" indent="-304800" algn="l" rtl="0">
              <a:lnSpc>
                <a:spcPct val="90000"/>
              </a:lnSpc>
              <a:spcBef>
                <a:spcPts val="400"/>
              </a:spcBef>
              <a:spcAft>
                <a:spcPts val="0"/>
              </a:spcAft>
              <a:buSzPts val="1200"/>
              <a:buChar char="▪"/>
              <a:defRPr sz="1200"/>
            </a:lvl4pPr>
            <a:lvl5pPr marL="2286000" lvl="4" indent="-304800" algn="l" rtl="0">
              <a:lnSpc>
                <a:spcPct val="90000"/>
              </a:lnSpc>
              <a:spcBef>
                <a:spcPts val="400"/>
              </a:spcBef>
              <a:spcAft>
                <a:spcPts val="0"/>
              </a:spcAft>
              <a:buSzPts val="1200"/>
              <a:buChar char="▪"/>
              <a:defRPr sz="1200"/>
            </a:lvl5pPr>
            <a:lvl6pPr marL="2743200" lvl="5" indent="-304800" algn="l" rtl="0">
              <a:lnSpc>
                <a:spcPct val="90000"/>
              </a:lnSpc>
              <a:spcBef>
                <a:spcPts val="400"/>
              </a:spcBef>
              <a:spcAft>
                <a:spcPts val="0"/>
              </a:spcAft>
              <a:buSzPts val="1200"/>
              <a:buChar char="▪"/>
              <a:defRPr sz="1200"/>
            </a:lvl6pPr>
            <a:lvl7pPr marL="3200400" lvl="6" indent="-266700" algn="l" rtl="0">
              <a:lnSpc>
                <a:spcPct val="90000"/>
              </a:lnSpc>
              <a:spcBef>
                <a:spcPts val="400"/>
              </a:spcBef>
              <a:spcAft>
                <a:spcPts val="0"/>
              </a:spcAft>
              <a:buSzPts val="600"/>
              <a:buChar char="▪"/>
              <a:defRPr sz="600"/>
            </a:lvl7pPr>
            <a:lvl8pPr marL="3657600" lvl="7" indent="-266700" algn="l" rtl="0">
              <a:lnSpc>
                <a:spcPct val="90000"/>
              </a:lnSpc>
              <a:spcBef>
                <a:spcPts val="400"/>
              </a:spcBef>
              <a:spcAft>
                <a:spcPts val="0"/>
              </a:spcAft>
              <a:buSzPts val="600"/>
              <a:buChar char="▪"/>
              <a:defRPr sz="600"/>
            </a:lvl8pPr>
            <a:lvl9pPr marL="4114800" lvl="8" indent="-266700" algn="l" rtl="0">
              <a:lnSpc>
                <a:spcPct val="90000"/>
              </a:lnSpc>
              <a:spcBef>
                <a:spcPts val="400"/>
              </a:spcBef>
              <a:spcAft>
                <a:spcPts val="0"/>
              </a:spcAft>
              <a:buSzPts val="600"/>
              <a:buChar char="▪"/>
              <a:defRPr sz="600"/>
            </a:lvl9pPr>
          </a:lstStyle>
          <a:p>
            <a:endParaRPr/>
          </a:p>
        </p:txBody>
      </p:sp>
      <p:sp>
        <p:nvSpPr>
          <p:cNvPr id="51" name="Google Shape;51;p11"/>
          <p:cNvSpPr txBox="1">
            <a:spLocks noGrp="1"/>
          </p:cNvSpPr>
          <p:nvPr>
            <p:ph type="subTitle" idx="2"/>
          </p:nvPr>
        </p:nvSpPr>
        <p:spPr>
          <a:xfrm>
            <a:off x="345731" y="1092917"/>
            <a:ext cx="2605800" cy="668100"/>
          </a:xfrm>
          <a:prstGeom prst="rect">
            <a:avLst/>
          </a:prstGeom>
        </p:spPr>
        <p:txBody>
          <a:bodyPr spcFirstLastPara="1" wrap="square" lIns="0" tIns="0" rIns="68575" bIns="0" anchor="ctr" anchorCtr="0">
            <a:noAutofit/>
          </a:bodyPr>
          <a:lstStyle>
            <a:lvl1pPr lvl="0" rtl="0">
              <a:lnSpc>
                <a:spcPct val="90000"/>
              </a:lnSpc>
              <a:spcBef>
                <a:spcPts val="0"/>
              </a:spcBef>
              <a:spcAft>
                <a:spcPts val="0"/>
              </a:spcAft>
              <a:buNone/>
              <a:defRPr>
                <a:solidFill>
                  <a:schemeClr val="accent5"/>
                </a:solidFill>
              </a:defRPr>
            </a:lvl1pPr>
            <a:lvl2pPr lvl="1" rtl="0">
              <a:lnSpc>
                <a:spcPct val="90000"/>
              </a:lnSpc>
              <a:spcBef>
                <a:spcPts val="0"/>
              </a:spcBef>
              <a:spcAft>
                <a:spcPts val="0"/>
              </a:spcAft>
              <a:buNone/>
              <a:defRPr>
                <a:solidFill>
                  <a:schemeClr val="accent5"/>
                </a:solidFill>
              </a:defRPr>
            </a:lvl2pPr>
            <a:lvl3pPr lvl="2" rtl="0">
              <a:lnSpc>
                <a:spcPct val="90000"/>
              </a:lnSpc>
              <a:spcBef>
                <a:spcPts val="0"/>
              </a:spcBef>
              <a:spcAft>
                <a:spcPts val="0"/>
              </a:spcAft>
              <a:buNone/>
              <a:defRPr>
                <a:solidFill>
                  <a:schemeClr val="accent5"/>
                </a:solidFill>
              </a:defRPr>
            </a:lvl3pPr>
            <a:lvl4pPr lvl="3" rtl="0">
              <a:lnSpc>
                <a:spcPct val="90000"/>
              </a:lnSpc>
              <a:spcBef>
                <a:spcPts val="0"/>
              </a:spcBef>
              <a:spcAft>
                <a:spcPts val="0"/>
              </a:spcAft>
              <a:buNone/>
              <a:defRPr>
                <a:solidFill>
                  <a:schemeClr val="accent5"/>
                </a:solidFill>
              </a:defRPr>
            </a:lvl4pPr>
            <a:lvl5pPr lvl="4" rtl="0">
              <a:lnSpc>
                <a:spcPct val="90000"/>
              </a:lnSpc>
              <a:spcBef>
                <a:spcPts val="0"/>
              </a:spcBef>
              <a:spcAft>
                <a:spcPts val="0"/>
              </a:spcAft>
              <a:buNone/>
              <a:defRPr>
                <a:solidFill>
                  <a:schemeClr val="accent5"/>
                </a:solidFill>
              </a:defRPr>
            </a:lvl5pPr>
            <a:lvl6pPr lvl="5" rtl="0">
              <a:lnSpc>
                <a:spcPct val="90000"/>
              </a:lnSpc>
              <a:spcBef>
                <a:spcPts val="0"/>
              </a:spcBef>
              <a:spcAft>
                <a:spcPts val="0"/>
              </a:spcAft>
              <a:buNone/>
              <a:defRPr>
                <a:solidFill>
                  <a:schemeClr val="accent5"/>
                </a:solidFill>
              </a:defRPr>
            </a:lvl6pPr>
            <a:lvl7pPr lvl="6" rtl="0">
              <a:lnSpc>
                <a:spcPct val="90000"/>
              </a:lnSpc>
              <a:spcBef>
                <a:spcPts val="0"/>
              </a:spcBef>
              <a:spcAft>
                <a:spcPts val="0"/>
              </a:spcAft>
              <a:buNone/>
              <a:defRPr>
                <a:solidFill>
                  <a:schemeClr val="accent5"/>
                </a:solidFill>
              </a:defRPr>
            </a:lvl7pPr>
            <a:lvl8pPr lvl="7" rtl="0">
              <a:lnSpc>
                <a:spcPct val="90000"/>
              </a:lnSpc>
              <a:spcBef>
                <a:spcPts val="0"/>
              </a:spcBef>
              <a:spcAft>
                <a:spcPts val="0"/>
              </a:spcAft>
              <a:buNone/>
              <a:defRPr>
                <a:solidFill>
                  <a:schemeClr val="accent5"/>
                </a:solidFill>
              </a:defRPr>
            </a:lvl8pPr>
            <a:lvl9pPr lvl="8" rtl="0">
              <a:lnSpc>
                <a:spcPct val="90000"/>
              </a:lnSpc>
              <a:spcBef>
                <a:spcPts val="0"/>
              </a:spcBef>
              <a:spcAft>
                <a:spcPts val="0"/>
              </a:spcAft>
              <a:buNone/>
              <a:defRPr>
                <a:solidFill>
                  <a:schemeClr val="accent5"/>
                </a:solidFill>
              </a:defRPr>
            </a:lvl9pPr>
          </a:lstStyle>
          <a:p>
            <a:endParaRPr/>
          </a:p>
        </p:txBody>
      </p:sp>
      <p:sp>
        <p:nvSpPr>
          <p:cNvPr id="52" name="Google Shape;52;p11"/>
          <p:cNvSpPr txBox="1">
            <a:spLocks noGrp="1"/>
          </p:cNvSpPr>
          <p:nvPr>
            <p:ph type="body" idx="3"/>
          </p:nvPr>
        </p:nvSpPr>
        <p:spPr>
          <a:xfrm>
            <a:off x="3178531" y="1711517"/>
            <a:ext cx="2605800" cy="2920800"/>
          </a:xfrm>
          <a:prstGeom prst="rect">
            <a:avLst/>
          </a:prstGeom>
          <a:noFill/>
          <a:ln>
            <a:noFill/>
          </a:ln>
        </p:spPr>
        <p:txBody>
          <a:bodyPr spcFirstLastPara="1" wrap="square" lIns="0" tIns="34275" rIns="0" bIns="34275" anchor="t" anchorCtr="0">
            <a:noAutofit/>
          </a:bodyPr>
          <a:lstStyle>
            <a:lvl1pPr marL="457200" lvl="0" indent="-342900" algn="l" rtl="0">
              <a:lnSpc>
                <a:spcPct val="90000"/>
              </a:lnSpc>
              <a:spcBef>
                <a:spcPts val="0"/>
              </a:spcBef>
              <a:spcAft>
                <a:spcPts val="0"/>
              </a:spcAft>
              <a:buSzPts val="1800"/>
              <a:buChar char="▪"/>
              <a:defRPr sz="1800"/>
            </a:lvl1pPr>
            <a:lvl2pPr marL="914400" lvl="1" indent="-323850" algn="l" rtl="0">
              <a:lnSpc>
                <a:spcPct val="90000"/>
              </a:lnSpc>
              <a:spcBef>
                <a:spcPts val="400"/>
              </a:spcBef>
              <a:spcAft>
                <a:spcPts val="0"/>
              </a:spcAft>
              <a:buSzPts val="1500"/>
              <a:buChar char="▪"/>
              <a:defRPr sz="1500"/>
            </a:lvl2pPr>
            <a:lvl3pPr marL="1371600" lvl="2" indent="-317500" algn="l" rtl="0">
              <a:lnSpc>
                <a:spcPct val="90000"/>
              </a:lnSpc>
              <a:spcBef>
                <a:spcPts val="400"/>
              </a:spcBef>
              <a:spcAft>
                <a:spcPts val="0"/>
              </a:spcAft>
              <a:buSzPts val="1400"/>
              <a:buChar char="▪"/>
              <a:defRPr sz="1400"/>
            </a:lvl3pPr>
            <a:lvl4pPr marL="1828800" lvl="3" indent="-304800" algn="l" rtl="0">
              <a:lnSpc>
                <a:spcPct val="90000"/>
              </a:lnSpc>
              <a:spcBef>
                <a:spcPts val="400"/>
              </a:spcBef>
              <a:spcAft>
                <a:spcPts val="0"/>
              </a:spcAft>
              <a:buSzPts val="1200"/>
              <a:buChar char="▪"/>
              <a:defRPr sz="1200"/>
            </a:lvl4pPr>
            <a:lvl5pPr marL="2286000" lvl="4" indent="-304800" algn="l" rtl="0">
              <a:lnSpc>
                <a:spcPct val="90000"/>
              </a:lnSpc>
              <a:spcBef>
                <a:spcPts val="400"/>
              </a:spcBef>
              <a:spcAft>
                <a:spcPts val="0"/>
              </a:spcAft>
              <a:buSzPts val="1200"/>
              <a:buChar char="▪"/>
              <a:defRPr sz="1200"/>
            </a:lvl5pPr>
            <a:lvl6pPr marL="2743200" lvl="5" indent="-304800" algn="l" rtl="0">
              <a:lnSpc>
                <a:spcPct val="90000"/>
              </a:lnSpc>
              <a:spcBef>
                <a:spcPts val="400"/>
              </a:spcBef>
              <a:spcAft>
                <a:spcPts val="0"/>
              </a:spcAft>
              <a:buSzPts val="1200"/>
              <a:buChar char="▪"/>
              <a:defRPr sz="1200"/>
            </a:lvl6pPr>
            <a:lvl7pPr marL="3200400" lvl="6" indent="-266700" algn="l" rtl="0">
              <a:lnSpc>
                <a:spcPct val="90000"/>
              </a:lnSpc>
              <a:spcBef>
                <a:spcPts val="400"/>
              </a:spcBef>
              <a:spcAft>
                <a:spcPts val="0"/>
              </a:spcAft>
              <a:buSzPts val="600"/>
              <a:buChar char="▪"/>
              <a:defRPr sz="600"/>
            </a:lvl7pPr>
            <a:lvl8pPr marL="3657600" lvl="7" indent="-266700" algn="l" rtl="0">
              <a:lnSpc>
                <a:spcPct val="90000"/>
              </a:lnSpc>
              <a:spcBef>
                <a:spcPts val="400"/>
              </a:spcBef>
              <a:spcAft>
                <a:spcPts val="0"/>
              </a:spcAft>
              <a:buSzPts val="600"/>
              <a:buChar char="▪"/>
              <a:defRPr sz="600"/>
            </a:lvl8pPr>
            <a:lvl9pPr marL="4114800" lvl="8" indent="-266700" algn="l" rtl="0">
              <a:lnSpc>
                <a:spcPct val="90000"/>
              </a:lnSpc>
              <a:spcBef>
                <a:spcPts val="400"/>
              </a:spcBef>
              <a:spcAft>
                <a:spcPts val="0"/>
              </a:spcAft>
              <a:buSzPts val="600"/>
              <a:buChar char="▪"/>
              <a:defRPr sz="600"/>
            </a:lvl9pPr>
          </a:lstStyle>
          <a:p>
            <a:endParaRPr/>
          </a:p>
        </p:txBody>
      </p:sp>
      <p:sp>
        <p:nvSpPr>
          <p:cNvPr id="53" name="Google Shape;53;p11"/>
          <p:cNvSpPr txBox="1">
            <a:spLocks noGrp="1"/>
          </p:cNvSpPr>
          <p:nvPr>
            <p:ph type="subTitle" idx="4"/>
          </p:nvPr>
        </p:nvSpPr>
        <p:spPr>
          <a:xfrm>
            <a:off x="3178528" y="1092917"/>
            <a:ext cx="2605800" cy="668100"/>
          </a:xfrm>
          <a:prstGeom prst="rect">
            <a:avLst/>
          </a:prstGeom>
        </p:spPr>
        <p:txBody>
          <a:bodyPr spcFirstLastPara="1" wrap="square" lIns="0" tIns="0" rIns="68575" bIns="0" anchor="ctr" anchorCtr="0">
            <a:noAutofit/>
          </a:bodyPr>
          <a:lstStyle>
            <a:lvl1pPr lvl="0" rtl="0">
              <a:lnSpc>
                <a:spcPct val="90000"/>
              </a:lnSpc>
              <a:spcBef>
                <a:spcPts val="0"/>
              </a:spcBef>
              <a:spcAft>
                <a:spcPts val="0"/>
              </a:spcAft>
              <a:buNone/>
              <a:defRPr>
                <a:solidFill>
                  <a:schemeClr val="accent5"/>
                </a:solidFill>
              </a:defRPr>
            </a:lvl1pPr>
            <a:lvl2pPr lvl="1" rtl="0">
              <a:lnSpc>
                <a:spcPct val="90000"/>
              </a:lnSpc>
              <a:spcBef>
                <a:spcPts val="0"/>
              </a:spcBef>
              <a:spcAft>
                <a:spcPts val="0"/>
              </a:spcAft>
              <a:buNone/>
              <a:defRPr>
                <a:solidFill>
                  <a:schemeClr val="accent5"/>
                </a:solidFill>
              </a:defRPr>
            </a:lvl2pPr>
            <a:lvl3pPr lvl="2" rtl="0">
              <a:lnSpc>
                <a:spcPct val="90000"/>
              </a:lnSpc>
              <a:spcBef>
                <a:spcPts val="0"/>
              </a:spcBef>
              <a:spcAft>
                <a:spcPts val="0"/>
              </a:spcAft>
              <a:buNone/>
              <a:defRPr>
                <a:solidFill>
                  <a:schemeClr val="accent5"/>
                </a:solidFill>
              </a:defRPr>
            </a:lvl3pPr>
            <a:lvl4pPr lvl="3" rtl="0">
              <a:lnSpc>
                <a:spcPct val="90000"/>
              </a:lnSpc>
              <a:spcBef>
                <a:spcPts val="0"/>
              </a:spcBef>
              <a:spcAft>
                <a:spcPts val="0"/>
              </a:spcAft>
              <a:buNone/>
              <a:defRPr>
                <a:solidFill>
                  <a:schemeClr val="accent5"/>
                </a:solidFill>
              </a:defRPr>
            </a:lvl4pPr>
            <a:lvl5pPr lvl="4" rtl="0">
              <a:lnSpc>
                <a:spcPct val="90000"/>
              </a:lnSpc>
              <a:spcBef>
                <a:spcPts val="0"/>
              </a:spcBef>
              <a:spcAft>
                <a:spcPts val="0"/>
              </a:spcAft>
              <a:buNone/>
              <a:defRPr>
                <a:solidFill>
                  <a:schemeClr val="accent5"/>
                </a:solidFill>
              </a:defRPr>
            </a:lvl5pPr>
            <a:lvl6pPr lvl="5" rtl="0">
              <a:lnSpc>
                <a:spcPct val="90000"/>
              </a:lnSpc>
              <a:spcBef>
                <a:spcPts val="0"/>
              </a:spcBef>
              <a:spcAft>
                <a:spcPts val="0"/>
              </a:spcAft>
              <a:buNone/>
              <a:defRPr>
                <a:solidFill>
                  <a:schemeClr val="accent5"/>
                </a:solidFill>
              </a:defRPr>
            </a:lvl6pPr>
            <a:lvl7pPr lvl="6" rtl="0">
              <a:lnSpc>
                <a:spcPct val="90000"/>
              </a:lnSpc>
              <a:spcBef>
                <a:spcPts val="0"/>
              </a:spcBef>
              <a:spcAft>
                <a:spcPts val="0"/>
              </a:spcAft>
              <a:buNone/>
              <a:defRPr>
                <a:solidFill>
                  <a:schemeClr val="accent5"/>
                </a:solidFill>
              </a:defRPr>
            </a:lvl7pPr>
            <a:lvl8pPr lvl="7" rtl="0">
              <a:lnSpc>
                <a:spcPct val="90000"/>
              </a:lnSpc>
              <a:spcBef>
                <a:spcPts val="0"/>
              </a:spcBef>
              <a:spcAft>
                <a:spcPts val="0"/>
              </a:spcAft>
              <a:buNone/>
              <a:defRPr>
                <a:solidFill>
                  <a:schemeClr val="accent5"/>
                </a:solidFill>
              </a:defRPr>
            </a:lvl8pPr>
            <a:lvl9pPr lvl="8" rtl="0">
              <a:lnSpc>
                <a:spcPct val="90000"/>
              </a:lnSpc>
              <a:spcBef>
                <a:spcPts val="0"/>
              </a:spcBef>
              <a:spcAft>
                <a:spcPts val="0"/>
              </a:spcAft>
              <a:buNone/>
              <a:defRPr>
                <a:solidFill>
                  <a:schemeClr val="accent5"/>
                </a:solidFill>
              </a:defRPr>
            </a:lvl9pPr>
          </a:lstStyle>
          <a:p>
            <a:endParaRPr/>
          </a:p>
        </p:txBody>
      </p:sp>
      <p:sp>
        <p:nvSpPr>
          <p:cNvPr id="54" name="Google Shape;54;p11"/>
          <p:cNvSpPr txBox="1">
            <a:spLocks noGrp="1"/>
          </p:cNvSpPr>
          <p:nvPr>
            <p:ph type="body" idx="5"/>
          </p:nvPr>
        </p:nvSpPr>
        <p:spPr>
          <a:xfrm>
            <a:off x="6094756" y="1711517"/>
            <a:ext cx="2605800" cy="2920800"/>
          </a:xfrm>
          <a:prstGeom prst="rect">
            <a:avLst/>
          </a:prstGeom>
          <a:noFill/>
          <a:ln>
            <a:noFill/>
          </a:ln>
        </p:spPr>
        <p:txBody>
          <a:bodyPr spcFirstLastPara="1" wrap="square" lIns="0" tIns="34275" rIns="0" bIns="34275" anchor="t" anchorCtr="0">
            <a:noAutofit/>
          </a:bodyPr>
          <a:lstStyle>
            <a:lvl1pPr marL="457200" lvl="0" indent="-342900" algn="l" rtl="0">
              <a:lnSpc>
                <a:spcPct val="90000"/>
              </a:lnSpc>
              <a:spcBef>
                <a:spcPts val="0"/>
              </a:spcBef>
              <a:spcAft>
                <a:spcPts val="0"/>
              </a:spcAft>
              <a:buSzPts val="1800"/>
              <a:buChar char="▪"/>
              <a:defRPr sz="1800"/>
            </a:lvl1pPr>
            <a:lvl2pPr marL="914400" lvl="1" indent="-323850" algn="l" rtl="0">
              <a:lnSpc>
                <a:spcPct val="90000"/>
              </a:lnSpc>
              <a:spcBef>
                <a:spcPts val="400"/>
              </a:spcBef>
              <a:spcAft>
                <a:spcPts val="0"/>
              </a:spcAft>
              <a:buSzPts val="1500"/>
              <a:buChar char="▪"/>
              <a:defRPr sz="1500"/>
            </a:lvl2pPr>
            <a:lvl3pPr marL="1371600" lvl="2" indent="-317500" algn="l" rtl="0">
              <a:lnSpc>
                <a:spcPct val="90000"/>
              </a:lnSpc>
              <a:spcBef>
                <a:spcPts val="400"/>
              </a:spcBef>
              <a:spcAft>
                <a:spcPts val="0"/>
              </a:spcAft>
              <a:buSzPts val="1400"/>
              <a:buChar char="▪"/>
              <a:defRPr sz="1400"/>
            </a:lvl3pPr>
            <a:lvl4pPr marL="1828800" lvl="3" indent="-304800" algn="l" rtl="0">
              <a:lnSpc>
                <a:spcPct val="90000"/>
              </a:lnSpc>
              <a:spcBef>
                <a:spcPts val="400"/>
              </a:spcBef>
              <a:spcAft>
                <a:spcPts val="0"/>
              </a:spcAft>
              <a:buSzPts val="1200"/>
              <a:buChar char="▪"/>
              <a:defRPr sz="1200"/>
            </a:lvl4pPr>
            <a:lvl5pPr marL="2286000" lvl="4" indent="-304800" algn="l" rtl="0">
              <a:lnSpc>
                <a:spcPct val="90000"/>
              </a:lnSpc>
              <a:spcBef>
                <a:spcPts val="400"/>
              </a:spcBef>
              <a:spcAft>
                <a:spcPts val="0"/>
              </a:spcAft>
              <a:buSzPts val="1200"/>
              <a:buChar char="▪"/>
              <a:defRPr sz="1200"/>
            </a:lvl5pPr>
            <a:lvl6pPr marL="2743200" lvl="5" indent="-304800" algn="l" rtl="0">
              <a:lnSpc>
                <a:spcPct val="90000"/>
              </a:lnSpc>
              <a:spcBef>
                <a:spcPts val="400"/>
              </a:spcBef>
              <a:spcAft>
                <a:spcPts val="0"/>
              </a:spcAft>
              <a:buSzPts val="1200"/>
              <a:buChar char="▪"/>
              <a:defRPr sz="1200"/>
            </a:lvl6pPr>
            <a:lvl7pPr marL="3200400" lvl="6" indent="-266700" algn="l" rtl="0">
              <a:lnSpc>
                <a:spcPct val="90000"/>
              </a:lnSpc>
              <a:spcBef>
                <a:spcPts val="400"/>
              </a:spcBef>
              <a:spcAft>
                <a:spcPts val="0"/>
              </a:spcAft>
              <a:buSzPts val="600"/>
              <a:buChar char="▪"/>
              <a:defRPr sz="600"/>
            </a:lvl7pPr>
            <a:lvl8pPr marL="3657600" lvl="7" indent="-266700" algn="l" rtl="0">
              <a:lnSpc>
                <a:spcPct val="90000"/>
              </a:lnSpc>
              <a:spcBef>
                <a:spcPts val="400"/>
              </a:spcBef>
              <a:spcAft>
                <a:spcPts val="0"/>
              </a:spcAft>
              <a:buSzPts val="600"/>
              <a:buChar char="▪"/>
              <a:defRPr sz="600"/>
            </a:lvl8pPr>
            <a:lvl9pPr marL="4114800" lvl="8" indent="-266700" algn="l" rtl="0">
              <a:lnSpc>
                <a:spcPct val="90000"/>
              </a:lnSpc>
              <a:spcBef>
                <a:spcPts val="400"/>
              </a:spcBef>
              <a:spcAft>
                <a:spcPts val="0"/>
              </a:spcAft>
              <a:buSzPts val="600"/>
              <a:buChar char="▪"/>
              <a:defRPr sz="600"/>
            </a:lvl9pPr>
          </a:lstStyle>
          <a:p>
            <a:endParaRPr/>
          </a:p>
        </p:txBody>
      </p:sp>
      <p:sp>
        <p:nvSpPr>
          <p:cNvPr id="55" name="Google Shape;55;p11"/>
          <p:cNvSpPr txBox="1">
            <a:spLocks noGrp="1"/>
          </p:cNvSpPr>
          <p:nvPr>
            <p:ph type="subTitle" idx="6"/>
          </p:nvPr>
        </p:nvSpPr>
        <p:spPr>
          <a:xfrm>
            <a:off x="6094753" y="1092917"/>
            <a:ext cx="2605800" cy="668100"/>
          </a:xfrm>
          <a:prstGeom prst="rect">
            <a:avLst/>
          </a:prstGeom>
        </p:spPr>
        <p:txBody>
          <a:bodyPr spcFirstLastPara="1" wrap="square" lIns="0" tIns="0" rIns="68575" bIns="0" anchor="ctr" anchorCtr="0">
            <a:noAutofit/>
          </a:bodyPr>
          <a:lstStyle>
            <a:lvl1pPr lvl="0" rtl="0">
              <a:lnSpc>
                <a:spcPct val="90000"/>
              </a:lnSpc>
              <a:spcBef>
                <a:spcPts val="0"/>
              </a:spcBef>
              <a:spcAft>
                <a:spcPts val="0"/>
              </a:spcAft>
              <a:buNone/>
              <a:defRPr>
                <a:solidFill>
                  <a:schemeClr val="accent5"/>
                </a:solidFill>
              </a:defRPr>
            </a:lvl1pPr>
            <a:lvl2pPr lvl="1" rtl="0">
              <a:lnSpc>
                <a:spcPct val="90000"/>
              </a:lnSpc>
              <a:spcBef>
                <a:spcPts val="0"/>
              </a:spcBef>
              <a:spcAft>
                <a:spcPts val="0"/>
              </a:spcAft>
              <a:buNone/>
              <a:defRPr>
                <a:solidFill>
                  <a:schemeClr val="accent5"/>
                </a:solidFill>
              </a:defRPr>
            </a:lvl2pPr>
            <a:lvl3pPr lvl="2" rtl="0">
              <a:lnSpc>
                <a:spcPct val="90000"/>
              </a:lnSpc>
              <a:spcBef>
                <a:spcPts val="0"/>
              </a:spcBef>
              <a:spcAft>
                <a:spcPts val="0"/>
              </a:spcAft>
              <a:buNone/>
              <a:defRPr>
                <a:solidFill>
                  <a:schemeClr val="accent5"/>
                </a:solidFill>
              </a:defRPr>
            </a:lvl3pPr>
            <a:lvl4pPr lvl="3" rtl="0">
              <a:lnSpc>
                <a:spcPct val="90000"/>
              </a:lnSpc>
              <a:spcBef>
                <a:spcPts val="0"/>
              </a:spcBef>
              <a:spcAft>
                <a:spcPts val="0"/>
              </a:spcAft>
              <a:buNone/>
              <a:defRPr>
                <a:solidFill>
                  <a:schemeClr val="accent5"/>
                </a:solidFill>
              </a:defRPr>
            </a:lvl4pPr>
            <a:lvl5pPr lvl="4" rtl="0">
              <a:lnSpc>
                <a:spcPct val="90000"/>
              </a:lnSpc>
              <a:spcBef>
                <a:spcPts val="0"/>
              </a:spcBef>
              <a:spcAft>
                <a:spcPts val="0"/>
              </a:spcAft>
              <a:buNone/>
              <a:defRPr>
                <a:solidFill>
                  <a:schemeClr val="accent5"/>
                </a:solidFill>
              </a:defRPr>
            </a:lvl5pPr>
            <a:lvl6pPr lvl="5" rtl="0">
              <a:lnSpc>
                <a:spcPct val="90000"/>
              </a:lnSpc>
              <a:spcBef>
                <a:spcPts val="0"/>
              </a:spcBef>
              <a:spcAft>
                <a:spcPts val="0"/>
              </a:spcAft>
              <a:buNone/>
              <a:defRPr>
                <a:solidFill>
                  <a:schemeClr val="accent5"/>
                </a:solidFill>
              </a:defRPr>
            </a:lvl6pPr>
            <a:lvl7pPr lvl="6" rtl="0">
              <a:lnSpc>
                <a:spcPct val="90000"/>
              </a:lnSpc>
              <a:spcBef>
                <a:spcPts val="0"/>
              </a:spcBef>
              <a:spcAft>
                <a:spcPts val="0"/>
              </a:spcAft>
              <a:buNone/>
              <a:defRPr>
                <a:solidFill>
                  <a:schemeClr val="accent5"/>
                </a:solidFill>
              </a:defRPr>
            </a:lvl7pPr>
            <a:lvl8pPr lvl="7" rtl="0">
              <a:lnSpc>
                <a:spcPct val="90000"/>
              </a:lnSpc>
              <a:spcBef>
                <a:spcPts val="0"/>
              </a:spcBef>
              <a:spcAft>
                <a:spcPts val="0"/>
              </a:spcAft>
              <a:buNone/>
              <a:defRPr>
                <a:solidFill>
                  <a:schemeClr val="accent5"/>
                </a:solidFill>
              </a:defRPr>
            </a:lvl8pPr>
            <a:lvl9pPr lvl="8" rtl="0">
              <a:lnSpc>
                <a:spcPct val="90000"/>
              </a:lnSpc>
              <a:spcBef>
                <a:spcPts val="0"/>
              </a:spcBef>
              <a:spcAft>
                <a:spcPts val="0"/>
              </a:spcAft>
              <a:buNone/>
              <a:defRPr>
                <a:solidFill>
                  <a:schemeClr val="accent5"/>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Column Box">
  <p:cSld name="Two Column Box">
    <p:spTree>
      <p:nvGrpSpPr>
        <p:cNvPr id="1" name="Shape 56"/>
        <p:cNvGrpSpPr/>
        <p:nvPr/>
      </p:nvGrpSpPr>
      <p:grpSpPr>
        <a:xfrm>
          <a:off x="0" y="0"/>
          <a:ext cx="0" cy="0"/>
          <a:chOff x="0" y="0"/>
          <a:chExt cx="0" cy="0"/>
        </a:xfrm>
      </p:grpSpPr>
      <p:sp>
        <p:nvSpPr>
          <p:cNvPr id="57" name="Google Shape;57;p12"/>
          <p:cNvSpPr/>
          <p:nvPr/>
        </p:nvSpPr>
        <p:spPr>
          <a:xfrm>
            <a:off x="345737" y="1458269"/>
            <a:ext cx="4054343" cy="2568708"/>
          </a:xfrm>
          <a:prstGeom prst="snip1Rect">
            <a:avLst>
              <a:gd name="adj" fmla="val 16667"/>
            </a:avLst>
          </a:prstGeom>
          <a:solidFill>
            <a:schemeClr val="accent5"/>
          </a:solidFill>
          <a:ln>
            <a:noFill/>
          </a:ln>
        </p:spPr>
        <p:txBody>
          <a:bodyPr spcFirstLastPara="1" wrap="square" lIns="68575" tIns="45700" rIns="68575" bIns="45700" anchor="t" anchorCtr="0">
            <a:noAutofit/>
          </a:bodyPr>
          <a:lstStyle/>
          <a:p>
            <a:pPr marL="36193" marR="0" lvl="0" indent="0" algn="l" rtl="0">
              <a:lnSpc>
                <a:spcPct val="90000"/>
              </a:lnSpc>
              <a:spcBef>
                <a:spcPts val="0"/>
              </a:spcBef>
              <a:spcAft>
                <a:spcPts val="0"/>
              </a:spcAft>
              <a:buClr>
                <a:schemeClr val="lt1"/>
              </a:buClr>
              <a:buSzPts val="1400"/>
              <a:buFont typeface="Arial"/>
              <a:buNone/>
            </a:pPr>
            <a:endParaRPr sz="1050">
              <a:solidFill>
                <a:schemeClr val="lt1"/>
              </a:solidFill>
              <a:latin typeface="Arial"/>
              <a:ea typeface="Arial"/>
              <a:cs typeface="Arial"/>
              <a:sym typeface="Arial"/>
            </a:endParaRPr>
          </a:p>
        </p:txBody>
      </p:sp>
      <p:sp>
        <p:nvSpPr>
          <p:cNvPr id="58" name="Google Shape;58;p12"/>
          <p:cNvSpPr/>
          <p:nvPr/>
        </p:nvSpPr>
        <p:spPr>
          <a:xfrm>
            <a:off x="4736369" y="1458269"/>
            <a:ext cx="4054343" cy="2568708"/>
          </a:xfrm>
          <a:prstGeom prst="snip1Rect">
            <a:avLst>
              <a:gd name="adj" fmla="val 16667"/>
            </a:avLst>
          </a:prstGeom>
          <a:solidFill>
            <a:schemeClr val="dk2"/>
          </a:solidFill>
          <a:ln>
            <a:noFill/>
          </a:ln>
        </p:spPr>
        <p:txBody>
          <a:bodyPr spcFirstLastPara="1" wrap="square" lIns="68575" tIns="34275" rIns="68575" bIns="34275" anchor="t" anchorCtr="0">
            <a:noAutofit/>
          </a:bodyPr>
          <a:lstStyle/>
          <a:p>
            <a:pPr marL="36193" marR="0" lvl="0" indent="0" algn="l" rtl="0">
              <a:lnSpc>
                <a:spcPct val="90000"/>
              </a:lnSpc>
              <a:spcBef>
                <a:spcPts val="0"/>
              </a:spcBef>
              <a:spcAft>
                <a:spcPts val="0"/>
              </a:spcAft>
              <a:buClr>
                <a:schemeClr val="lt1"/>
              </a:buClr>
              <a:buSzPts val="1400"/>
              <a:buFont typeface="Arial"/>
              <a:buNone/>
            </a:pPr>
            <a:endParaRPr sz="1050">
              <a:solidFill>
                <a:schemeClr val="lt1"/>
              </a:solidFill>
              <a:latin typeface="Arial"/>
              <a:ea typeface="Arial"/>
              <a:cs typeface="Arial"/>
              <a:sym typeface="Arial"/>
            </a:endParaRPr>
          </a:p>
        </p:txBody>
      </p:sp>
      <p:sp>
        <p:nvSpPr>
          <p:cNvPr id="59" name="Google Shape;59;p12"/>
          <p:cNvSpPr txBox="1">
            <a:spLocks noGrp="1"/>
          </p:cNvSpPr>
          <p:nvPr>
            <p:ph type="title"/>
          </p:nvPr>
        </p:nvSpPr>
        <p:spPr>
          <a:xfrm>
            <a:off x="345737" y="273845"/>
            <a:ext cx="8444975" cy="744141"/>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2"/>
          <p:cNvSpPr txBox="1">
            <a:spLocks noGrp="1"/>
          </p:cNvSpPr>
          <p:nvPr>
            <p:ph type="body" idx="1"/>
          </p:nvPr>
        </p:nvSpPr>
        <p:spPr>
          <a:xfrm>
            <a:off x="464431" y="1577210"/>
            <a:ext cx="3815400" cy="2339700"/>
          </a:xfrm>
          <a:prstGeom prst="rect">
            <a:avLst/>
          </a:prstGeom>
          <a:noFill/>
          <a:ln>
            <a:noFill/>
          </a:ln>
        </p:spPr>
        <p:txBody>
          <a:bodyPr spcFirstLastPara="1" wrap="square" lIns="0" tIns="34275" rIns="0" bIns="34275" anchor="t" anchorCtr="0">
            <a:noAutofit/>
          </a:bodyPr>
          <a:lstStyle>
            <a:lvl1pPr marL="457200" lvl="0" indent="-317500" algn="l" rtl="0">
              <a:lnSpc>
                <a:spcPct val="90000"/>
              </a:lnSpc>
              <a:spcBef>
                <a:spcPts val="800"/>
              </a:spcBef>
              <a:spcAft>
                <a:spcPts val="0"/>
              </a:spcAft>
              <a:buClr>
                <a:schemeClr val="lt1"/>
              </a:buClr>
              <a:buSzPts val="1400"/>
              <a:buFont typeface="Barlow"/>
              <a:buChar char="▪"/>
              <a:defRPr sz="1400">
                <a:solidFill>
                  <a:schemeClr val="lt1"/>
                </a:solidFill>
              </a:defRPr>
            </a:lvl1pPr>
            <a:lvl2pPr marL="914400" lvl="1" indent="-304800" algn="l" rtl="0">
              <a:lnSpc>
                <a:spcPct val="90000"/>
              </a:lnSpc>
              <a:spcBef>
                <a:spcPts val="400"/>
              </a:spcBef>
              <a:spcAft>
                <a:spcPts val="0"/>
              </a:spcAft>
              <a:buClr>
                <a:schemeClr val="lt1"/>
              </a:buClr>
              <a:buSzPts val="1200"/>
              <a:buFont typeface="Barlow"/>
              <a:buChar char="▪"/>
              <a:defRPr sz="1200">
                <a:solidFill>
                  <a:schemeClr val="lt1"/>
                </a:solidFill>
              </a:defRPr>
            </a:lvl2pPr>
            <a:lvl3pPr marL="1371600" lvl="2" indent="-298450" algn="l" rtl="0">
              <a:lnSpc>
                <a:spcPct val="90000"/>
              </a:lnSpc>
              <a:spcBef>
                <a:spcPts val="400"/>
              </a:spcBef>
              <a:spcAft>
                <a:spcPts val="0"/>
              </a:spcAft>
              <a:buClr>
                <a:schemeClr val="lt1"/>
              </a:buClr>
              <a:buSzPts val="1100"/>
              <a:buFont typeface="Barlow"/>
              <a:buChar char="▪"/>
              <a:defRPr sz="1100">
                <a:solidFill>
                  <a:schemeClr val="lt1"/>
                </a:solidFill>
              </a:defRPr>
            </a:lvl3pPr>
            <a:lvl4pPr marL="1828800" lvl="3" indent="-285750" algn="l" rtl="0">
              <a:lnSpc>
                <a:spcPct val="90000"/>
              </a:lnSpc>
              <a:spcBef>
                <a:spcPts val="400"/>
              </a:spcBef>
              <a:spcAft>
                <a:spcPts val="0"/>
              </a:spcAft>
              <a:buClr>
                <a:schemeClr val="lt1"/>
              </a:buClr>
              <a:buSzPts val="900"/>
              <a:buChar char="▪"/>
              <a:defRPr sz="900">
                <a:solidFill>
                  <a:schemeClr val="lt1"/>
                </a:solidFill>
              </a:defRPr>
            </a:lvl4pPr>
            <a:lvl5pPr marL="2286000" lvl="4" indent="-285750" algn="l" rtl="0">
              <a:lnSpc>
                <a:spcPct val="90000"/>
              </a:lnSpc>
              <a:spcBef>
                <a:spcPts val="400"/>
              </a:spcBef>
              <a:spcAft>
                <a:spcPts val="0"/>
              </a:spcAft>
              <a:buClr>
                <a:schemeClr val="lt1"/>
              </a:buClr>
              <a:buSzPts val="900"/>
              <a:buChar char="▪"/>
              <a:defRPr sz="900">
                <a:solidFill>
                  <a:schemeClr val="lt1"/>
                </a:solidFill>
              </a:defRPr>
            </a:lvl5pPr>
            <a:lvl6pPr marL="2743200" lvl="5" indent="-285750" algn="l" rtl="0">
              <a:lnSpc>
                <a:spcPct val="90000"/>
              </a:lnSpc>
              <a:spcBef>
                <a:spcPts val="400"/>
              </a:spcBef>
              <a:spcAft>
                <a:spcPts val="0"/>
              </a:spcAft>
              <a:buClr>
                <a:schemeClr val="lt1"/>
              </a:buClr>
              <a:buSzPts val="900"/>
              <a:buChar char="▪"/>
              <a:defRPr sz="900">
                <a:solidFill>
                  <a:schemeClr val="lt1"/>
                </a:solidFill>
              </a:defRPr>
            </a:lvl6pPr>
            <a:lvl7pPr marL="3200400" lvl="6" indent="-285750" algn="l" rtl="0">
              <a:lnSpc>
                <a:spcPct val="90000"/>
              </a:lnSpc>
              <a:spcBef>
                <a:spcPts val="400"/>
              </a:spcBef>
              <a:spcAft>
                <a:spcPts val="0"/>
              </a:spcAft>
              <a:buClr>
                <a:schemeClr val="lt1"/>
              </a:buClr>
              <a:buSzPts val="900"/>
              <a:buChar char="▪"/>
              <a:defRPr sz="900">
                <a:solidFill>
                  <a:schemeClr val="lt1"/>
                </a:solidFill>
              </a:defRPr>
            </a:lvl7pPr>
            <a:lvl8pPr marL="3657600" lvl="7" indent="-285750" algn="l" rtl="0">
              <a:lnSpc>
                <a:spcPct val="90000"/>
              </a:lnSpc>
              <a:spcBef>
                <a:spcPts val="400"/>
              </a:spcBef>
              <a:spcAft>
                <a:spcPts val="0"/>
              </a:spcAft>
              <a:buClr>
                <a:schemeClr val="lt1"/>
              </a:buClr>
              <a:buSzPts val="900"/>
              <a:buChar char="▪"/>
              <a:defRPr sz="900">
                <a:solidFill>
                  <a:schemeClr val="lt1"/>
                </a:solidFill>
              </a:defRPr>
            </a:lvl8pPr>
            <a:lvl9pPr marL="4114800" lvl="8" indent="-285750" algn="l" rtl="0">
              <a:lnSpc>
                <a:spcPct val="90000"/>
              </a:lnSpc>
              <a:spcBef>
                <a:spcPts val="400"/>
              </a:spcBef>
              <a:spcAft>
                <a:spcPts val="0"/>
              </a:spcAft>
              <a:buClr>
                <a:schemeClr val="lt1"/>
              </a:buClr>
              <a:buSzPts val="900"/>
              <a:buChar char="▪"/>
              <a:defRPr sz="900">
                <a:solidFill>
                  <a:schemeClr val="lt1"/>
                </a:solidFill>
              </a:defRPr>
            </a:lvl9pPr>
          </a:lstStyle>
          <a:p>
            <a:endParaRPr/>
          </a:p>
        </p:txBody>
      </p:sp>
      <p:sp>
        <p:nvSpPr>
          <p:cNvPr id="61" name="Google Shape;61;p12"/>
          <p:cNvSpPr txBox="1">
            <a:spLocks noGrp="1"/>
          </p:cNvSpPr>
          <p:nvPr>
            <p:ph type="body" idx="2"/>
          </p:nvPr>
        </p:nvSpPr>
        <p:spPr>
          <a:xfrm>
            <a:off x="4859539" y="1578426"/>
            <a:ext cx="3815400" cy="2338800"/>
          </a:xfrm>
          <a:prstGeom prst="rect">
            <a:avLst/>
          </a:prstGeom>
          <a:noFill/>
          <a:ln>
            <a:noFill/>
          </a:ln>
        </p:spPr>
        <p:txBody>
          <a:bodyPr spcFirstLastPara="1" wrap="square" lIns="0" tIns="34275" rIns="0" bIns="34275" anchor="t" anchorCtr="0">
            <a:noAutofit/>
          </a:bodyPr>
          <a:lstStyle>
            <a:lvl1pPr marL="457200" lvl="0" indent="-317500" algn="l" rtl="0">
              <a:lnSpc>
                <a:spcPct val="90000"/>
              </a:lnSpc>
              <a:spcBef>
                <a:spcPts val="800"/>
              </a:spcBef>
              <a:spcAft>
                <a:spcPts val="0"/>
              </a:spcAft>
              <a:buClr>
                <a:schemeClr val="lt1"/>
              </a:buClr>
              <a:buSzPts val="1400"/>
              <a:buFont typeface="Barlow"/>
              <a:buChar char="▪"/>
              <a:defRPr sz="1400">
                <a:solidFill>
                  <a:schemeClr val="lt1"/>
                </a:solidFill>
              </a:defRPr>
            </a:lvl1pPr>
            <a:lvl2pPr marL="914400" lvl="1" indent="-304800" algn="l" rtl="0">
              <a:lnSpc>
                <a:spcPct val="90000"/>
              </a:lnSpc>
              <a:spcBef>
                <a:spcPts val="400"/>
              </a:spcBef>
              <a:spcAft>
                <a:spcPts val="0"/>
              </a:spcAft>
              <a:buClr>
                <a:schemeClr val="lt1"/>
              </a:buClr>
              <a:buSzPts val="1200"/>
              <a:buFont typeface="Barlow"/>
              <a:buChar char="▪"/>
              <a:defRPr sz="1200">
                <a:solidFill>
                  <a:schemeClr val="lt1"/>
                </a:solidFill>
              </a:defRPr>
            </a:lvl2pPr>
            <a:lvl3pPr marL="1371600" lvl="2" indent="-298450" algn="l" rtl="0">
              <a:lnSpc>
                <a:spcPct val="90000"/>
              </a:lnSpc>
              <a:spcBef>
                <a:spcPts val="400"/>
              </a:spcBef>
              <a:spcAft>
                <a:spcPts val="0"/>
              </a:spcAft>
              <a:buClr>
                <a:schemeClr val="lt1"/>
              </a:buClr>
              <a:buSzPts val="1100"/>
              <a:buFont typeface="Barlow"/>
              <a:buChar char="▪"/>
              <a:defRPr sz="1100">
                <a:solidFill>
                  <a:schemeClr val="lt1"/>
                </a:solidFill>
              </a:defRPr>
            </a:lvl3pPr>
            <a:lvl4pPr marL="1828800" lvl="3" indent="-285750" algn="l" rtl="0">
              <a:lnSpc>
                <a:spcPct val="90000"/>
              </a:lnSpc>
              <a:spcBef>
                <a:spcPts val="400"/>
              </a:spcBef>
              <a:spcAft>
                <a:spcPts val="0"/>
              </a:spcAft>
              <a:buClr>
                <a:schemeClr val="lt1"/>
              </a:buClr>
              <a:buSzPts val="900"/>
              <a:buChar char="▪"/>
              <a:defRPr sz="900">
                <a:solidFill>
                  <a:schemeClr val="lt1"/>
                </a:solidFill>
              </a:defRPr>
            </a:lvl4pPr>
            <a:lvl5pPr marL="2286000" lvl="4" indent="-285750" algn="l" rtl="0">
              <a:lnSpc>
                <a:spcPct val="90000"/>
              </a:lnSpc>
              <a:spcBef>
                <a:spcPts val="400"/>
              </a:spcBef>
              <a:spcAft>
                <a:spcPts val="0"/>
              </a:spcAft>
              <a:buClr>
                <a:schemeClr val="lt1"/>
              </a:buClr>
              <a:buSzPts val="900"/>
              <a:buChar char="▪"/>
              <a:defRPr sz="900">
                <a:solidFill>
                  <a:schemeClr val="lt1"/>
                </a:solidFill>
              </a:defRPr>
            </a:lvl5pPr>
            <a:lvl6pPr marL="2743200" lvl="5" indent="-285750" algn="l" rtl="0">
              <a:lnSpc>
                <a:spcPct val="90000"/>
              </a:lnSpc>
              <a:spcBef>
                <a:spcPts val="400"/>
              </a:spcBef>
              <a:spcAft>
                <a:spcPts val="0"/>
              </a:spcAft>
              <a:buClr>
                <a:schemeClr val="lt1"/>
              </a:buClr>
              <a:buSzPts val="900"/>
              <a:buChar char="▪"/>
              <a:defRPr sz="900">
                <a:solidFill>
                  <a:schemeClr val="lt1"/>
                </a:solidFill>
              </a:defRPr>
            </a:lvl6pPr>
            <a:lvl7pPr marL="3200400" lvl="6" indent="-285750" algn="l" rtl="0">
              <a:lnSpc>
                <a:spcPct val="90000"/>
              </a:lnSpc>
              <a:spcBef>
                <a:spcPts val="400"/>
              </a:spcBef>
              <a:spcAft>
                <a:spcPts val="0"/>
              </a:spcAft>
              <a:buClr>
                <a:schemeClr val="lt1"/>
              </a:buClr>
              <a:buSzPts val="900"/>
              <a:buChar char="▪"/>
              <a:defRPr sz="900">
                <a:solidFill>
                  <a:schemeClr val="lt1"/>
                </a:solidFill>
              </a:defRPr>
            </a:lvl7pPr>
            <a:lvl8pPr marL="3657600" lvl="7" indent="-285750" algn="l" rtl="0">
              <a:lnSpc>
                <a:spcPct val="90000"/>
              </a:lnSpc>
              <a:spcBef>
                <a:spcPts val="400"/>
              </a:spcBef>
              <a:spcAft>
                <a:spcPts val="0"/>
              </a:spcAft>
              <a:buClr>
                <a:schemeClr val="lt1"/>
              </a:buClr>
              <a:buSzPts val="900"/>
              <a:buChar char="▪"/>
              <a:defRPr sz="900">
                <a:solidFill>
                  <a:schemeClr val="lt1"/>
                </a:solidFill>
              </a:defRPr>
            </a:lvl8pPr>
            <a:lvl9pPr marL="4114800" lvl="8" indent="-285750" algn="l" rtl="0">
              <a:lnSpc>
                <a:spcPct val="90000"/>
              </a:lnSpc>
              <a:spcBef>
                <a:spcPts val="400"/>
              </a:spcBef>
              <a:spcAft>
                <a:spcPts val="0"/>
              </a:spcAft>
              <a:buClr>
                <a:schemeClr val="lt1"/>
              </a:buClr>
              <a:buSzPts val="900"/>
              <a:buChar char="▪"/>
              <a:defRPr sz="900">
                <a:solidFill>
                  <a:schemeClr val="lt1"/>
                </a:solidFill>
              </a:defRPr>
            </a:lvl9pPr>
          </a:lstStyle>
          <a:p>
            <a:endParaRPr/>
          </a:p>
        </p:txBody>
      </p:sp>
      <p:sp>
        <p:nvSpPr>
          <p:cNvPr id="62" name="Google Shape;62;p12"/>
          <p:cNvSpPr txBox="1">
            <a:spLocks noGrp="1"/>
          </p:cNvSpPr>
          <p:nvPr>
            <p:ph type="subTitle" idx="3"/>
          </p:nvPr>
        </p:nvSpPr>
        <p:spPr>
          <a:xfrm>
            <a:off x="345731" y="952726"/>
            <a:ext cx="4054200" cy="473100"/>
          </a:xfrm>
          <a:prstGeom prst="rect">
            <a:avLst/>
          </a:prstGeom>
        </p:spPr>
        <p:txBody>
          <a:bodyPr spcFirstLastPara="1" wrap="square" lIns="0" tIns="0" rIns="68575" bIns="0" anchor="b" anchorCtr="0">
            <a:noAutofit/>
          </a:bodyPr>
          <a:lstStyle>
            <a:lvl1pPr lvl="0" rtl="0">
              <a:lnSpc>
                <a:spcPct val="90000"/>
              </a:lnSpc>
              <a:spcBef>
                <a:spcPts val="0"/>
              </a:spcBef>
              <a:spcAft>
                <a:spcPts val="0"/>
              </a:spcAft>
              <a:buNone/>
              <a:defRPr>
                <a:solidFill>
                  <a:schemeClr val="accent5"/>
                </a:solidFill>
              </a:defRPr>
            </a:lvl1pPr>
            <a:lvl2pPr lvl="1" rtl="0">
              <a:lnSpc>
                <a:spcPct val="90000"/>
              </a:lnSpc>
              <a:spcBef>
                <a:spcPts val="0"/>
              </a:spcBef>
              <a:spcAft>
                <a:spcPts val="0"/>
              </a:spcAft>
              <a:buNone/>
              <a:defRPr>
                <a:solidFill>
                  <a:schemeClr val="accent5"/>
                </a:solidFill>
              </a:defRPr>
            </a:lvl2pPr>
            <a:lvl3pPr lvl="2" rtl="0">
              <a:lnSpc>
                <a:spcPct val="90000"/>
              </a:lnSpc>
              <a:spcBef>
                <a:spcPts val="0"/>
              </a:spcBef>
              <a:spcAft>
                <a:spcPts val="0"/>
              </a:spcAft>
              <a:buNone/>
              <a:defRPr>
                <a:solidFill>
                  <a:schemeClr val="accent5"/>
                </a:solidFill>
              </a:defRPr>
            </a:lvl3pPr>
            <a:lvl4pPr lvl="3" rtl="0">
              <a:lnSpc>
                <a:spcPct val="90000"/>
              </a:lnSpc>
              <a:spcBef>
                <a:spcPts val="0"/>
              </a:spcBef>
              <a:spcAft>
                <a:spcPts val="0"/>
              </a:spcAft>
              <a:buNone/>
              <a:defRPr>
                <a:solidFill>
                  <a:schemeClr val="accent5"/>
                </a:solidFill>
              </a:defRPr>
            </a:lvl4pPr>
            <a:lvl5pPr lvl="4" rtl="0">
              <a:lnSpc>
                <a:spcPct val="90000"/>
              </a:lnSpc>
              <a:spcBef>
                <a:spcPts val="0"/>
              </a:spcBef>
              <a:spcAft>
                <a:spcPts val="0"/>
              </a:spcAft>
              <a:buNone/>
              <a:defRPr>
                <a:solidFill>
                  <a:schemeClr val="accent5"/>
                </a:solidFill>
              </a:defRPr>
            </a:lvl5pPr>
            <a:lvl6pPr lvl="5" rtl="0">
              <a:lnSpc>
                <a:spcPct val="90000"/>
              </a:lnSpc>
              <a:spcBef>
                <a:spcPts val="0"/>
              </a:spcBef>
              <a:spcAft>
                <a:spcPts val="0"/>
              </a:spcAft>
              <a:buNone/>
              <a:defRPr>
                <a:solidFill>
                  <a:schemeClr val="accent5"/>
                </a:solidFill>
              </a:defRPr>
            </a:lvl6pPr>
            <a:lvl7pPr lvl="6" rtl="0">
              <a:lnSpc>
                <a:spcPct val="90000"/>
              </a:lnSpc>
              <a:spcBef>
                <a:spcPts val="0"/>
              </a:spcBef>
              <a:spcAft>
                <a:spcPts val="0"/>
              </a:spcAft>
              <a:buNone/>
              <a:defRPr>
                <a:solidFill>
                  <a:schemeClr val="accent5"/>
                </a:solidFill>
              </a:defRPr>
            </a:lvl7pPr>
            <a:lvl8pPr lvl="7" rtl="0">
              <a:lnSpc>
                <a:spcPct val="90000"/>
              </a:lnSpc>
              <a:spcBef>
                <a:spcPts val="0"/>
              </a:spcBef>
              <a:spcAft>
                <a:spcPts val="0"/>
              </a:spcAft>
              <a:buNone/>
              <a:defRPr>
                <a:solidFill>
                  <a:schemeClr val="accent5"/>
                </a:solidFill>
              </a:defRPr>
            </a:lvl8pPr>
            <a:lvl9pPr lvl="8" rtl="0">
              <a:lnSpc>
                <a:spcPct val="90000"/>
              </a:lnSpc>
              <a:spcBef>
                <a:spcPts val="0"/>
              </a:spcBef>
              <a:spcAft>
                <a:spcPts val="0"/>
              </a:spcAft>
              <a:buNone/>
              <a:defRPr>
                <a:solidFill>
                  <a:schemeClr val="accent5"/>
                </a:solidFill>
              </a:defRPr>
            </a:lvl9pPr>
          </a:lstStyle>
          <a:p>
            <a:endParaRPr/>
          </a:p>
        </p:txBody>
      </p:sp>
      <p:sp>
        <p:nvSpPr>
          <p:cNvPr id="63" name="Google Shape;63;p12"/>
          <p:cNvSpPr txBox="1">
            <a:spLocks noGrp="1"/>
          </p:cNvSpPr>
          <p:nvPr>
            <p:ph type="subTitle" idx="4"/>
          </p:nvPr>
        </p:nvSpPr>
        <p:spPr>
          <a:xfrm>
            <a:off x="4736365" y="952726"/>
            <a:ext cx="4054200" cy="473100"/>
          </a:xfrm>
          <a:prstGeom prst="rect">
            <a:avLst/>
          </a:prstGeom>
        </p:spPr>
        <p:txBody>
          <a:bodyPr spcFirstLastPara="1" wrap="square" lIns="0" tIns="0" rIns="68575" bIns="0" anchor="b" anchorCtr="0">
            <a:noAutofit/>
          </a:bodyPr>
          <a:lstStyle>
            <a:lvl1pPr lvl="0" rtl="0">
              <a:lnSpc>
                <a:spcPct val="90000"/>
              </a:lnSpc>
              <a:spcBef>
                <a:spcPts val="0"/>
              </a:spcBef>
              <a:spcAft>
                <a:spcPts val="0"/>
              </a:spcAft>
              <a:buNone/>
              <a:defRPr>
                <a:solidFill>
                  <a:schemeClr val="accent5"/>
                </a:solidFill>
              </a:defRPr>
            </a:lvl1pPr>
            <a:lvl2pPr lvl="1" rtl="0">
              <a:lnSpc>
                <a:spcPct val="90000"/>
              </a:lnSpc>
              <a:spcBef>
                <a:spcPts val="0"/>
              </a:spcBef>
              <a:spcAft>
                <a:spcPts val="0"/>
              </a:spcAft>
              <a:buNone/>
              <a:defRPr>
                <a:solidFill>
                  <a:schemeClr val="accent5"/>
                </a:solidFill>
              </a:defRPr>
            </a:lvl2pPr>
            <a:lvl3pPr lvl="2" rtl="0">
              <a:lnSpc>
                <a:spcPct val="90000"/>
              </a:lnSpc>
              <a:spcBef>
                <a:spcPts val="0"/>
              </a:spcBef>
              <a:spcAft>
                <a:spcPts val="0"/>
              </a:spcAft>
              <a:buNone/>
              <a:defRPr>
                <a:solidFill>
                  <a:schemeClr val="accent5"/>
                </a:solidFill>
              </a:defRPr>
            </a:lvl3pPr>
            <a:lvl4pPr lvl="3" rtl="0">
              <a:lnSpc>
                <a:spcPct val="90000"/>
              </a:lnSpc>
              <a:spcBef>
                <a:spcPts val="0"/>
              </a:spcBef>
              <a:spcAft>
                <a:spcPts val="0"/>
              </a:spcAft>
              <a:buNone/>
              <a:defRPr>
                <a:solidFill>
                  <a:schemeClr val="accent5"/>
                </a:solidFill>
              </a:defRPr>
            </a:lvl4pPr>
            <a:lvl5pPr lvl="4" rtl="0">
              <a:lnSpc>
                <a:spcPct val="90000"/>
              </a:lnSpc>
              <a:spcBef>
                <a:spcPts val="0"/>
              </a:spcBef>
              <a:spcAft>
                <a:spcPts val="0"/>
              </a:spcAft>
              <a:buNone/>
              <a:defRPr>
                <a:solidFill>
                  <a:schemeClr val="accent5"/>
                </a:solidFill>
              </a:defRPr>
            </a:lvl5pPr>
            <a:lvl6pPr lvl="5" rtl="0">
              <a:lnSpc>
                <a:spcPct val="90000"/>
              </a:lnSpc>
              <a:spcBef>
                <a:spcPts val="0"/>
              </a:spcBef>
              <a:spcAft>
                <a:spcPts val="0"/>
              </a:spcAft>
              <a:buNone/>
              <a:defRPr>
                <a:solidFill>
                  <a:schemeClr val="accent5"/>
                </a:solidFill>
              </a:defRPr>
            </a:lvl6pPr>
            <a:lvl7pPr lvl="6" rtl="0">
              <a:lnSpc>
                <a:spcPct val="90000"/>
              </a:lnSpc>
              <a:spcBef>
                <a:spcPts val="0"/>
              </a:spcBef>
              <a:spcAft>
                <a:spcPts val="0"/>
              </a:spcAft>
              <a:buNone/>
              <a:defRPr>
                <a:solidFill>
                  <a:schemeClr val="accent5"/>
                </a:solidFill>
              </a:defRPr>
            </a:lvl7pPr>
            <a:lvl8pPr lvl="7" rtl="0">
              <a:lnSpc>
                <a:spcPct val="90000"/>
              </a:lnSpc>
              <a:spcBef>
                <a:spcPts val="0"/>
              </a:spcBef>
              <a:spcAft>
                <a:spcPts val="0"/>
              </a:spcAft>
              <a:buNone/>
              <a:defRPr>
                <a:solidFill>
                  <a:schemeClr val="accent5"/>
                </a:solidFill>
              </a:defRPr>
            </a:lvl8pPr>
            <a:lvl9pPr lvl="8" rtl="0">
              <a:lnSpc>
                <a:spcPct val="90000"/>
              </a:lnSpc>
              <a:spcBef>
                <a:spcPts val="0"/>
              </a:spcBef>
              <a:spcAft>
                <a:spcPts val="0"/>
              </a:spcAft>
              <a:buNone/>
              <a:defRPr>
                <a:solidFill>
                  <a:schemeClr val="accent5"/>
                </a:solidFil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ree Box">
  <p:cSld name="Three Box">
    <p:spTree>
      <p:nvGrpSpPr>
        <p:cNvPr id="1" name="Shape 64"/>
        <p:cNvGrpSpPr/>
        <p:nvPr/>
      </p:nvGrpSpPr>
      <p:grpSpPr>
        <a:xfrm>
          <a:off x="0" y="0"/>
          <a:ext cx="0" cy="0"/>
          <a:chOff x="0" y="0"/>
          <a:chExt cx="0" cy="0"/>
        </a:xfrm>
      </p:grpSpPr>
      <p:sp>
        <p:nvSpPr>
          <p:cNvPr id="65" name="Google Shape;65;p13"/>
          <p:cNvSpPr/>
          <p:nvPr/>
        </p:nvSpPr>
        <p:spPr>
          <a:xfrm>
            <a:off x="345734" y="1458269"/>
            <a:ext cx="2541051" cy="2568708"/>
          </a:xfrm>
          <a:prstGeom prst="snip1Rect">
            <a:avLst>
              <a:gd name="adj" fmla="val 16667"/>
            </a:avLst>
          </a:prstGeom>
          <a:solidFill>
            <a:schemeClr val="accent5"/>
          </a:solidFill>
          <a:ln>
            <a:noFill/>
          </a:ln>
        </p:spPr>
        <p:txBody>
          <a:bodyPr spcFirstLastPara="1" wrap="square" lIns="68575" tIns="45700" rIns="68575" bIns="45700" anchor="t" anchorCtr="0">
            <a:noAutofit/>
          </a:bodyPr>
          <a:lstStyle/>
          <a:p>
            <a:pPr marL="36193" marR="0" lvl="0" indent="0" algn="l" rtl="0">
              <a:lnSpc>
                <a:spcPct val="90000"/>
              </a:lnSpc>
              <a:spcBef>
                <a:spcPts val="0"/>
              </a:spcBef>
              <a:spcAft>
                <a:spcPts val="0"/>
              </a:spcAft>
              <a:buClr>
                <a:schemeClr val="lt1"/>
              </a:buClr>
              <a:buSzPts val="1400"/>
              <a:buFont typeface="Arial"/>
              <a:buNone/>
            </a:pPr>
            <a:endParaRPr sz="1050">
              <a:solidFill>
                <a:schemeClr val="lt1"/>
              </a:solidFill>
              <a:latin typeface="Arial"/>
              <a:ea typeface="Arial"/>
              <a:cs typeface="Arial"/>
              <a:sym typeface="Arial"/>
            </a:endParaRPr>
          </a:p>
        </p:txBody>
      </p:sp>
      <p:sp>
        <p:nvSpPr>
          <p:cNvPr id="66" name="Google Shape;66;p13"/>
          <p:cNvSpPr/>
          <p:nvPr/>
        </p:nvSpPr>
        <p:spPr>
          <a:xfrm>
            <a:off x="3311777" y="1458269"/>
            <a:ext cx="2541051" cy="2568708"/>
          </a:xfrm>
          <a:prstGeom prst="snip1Rect">
            <a:avLst>
              <a:gd name="adj" fmla="val 16667"/>
            </a:avLst>
          </a:prstGeom>
          <a:solidFill>
            <a:schemeClr val="dk2"/>
          </a:solidFill>
          <a:ln>
            <a:noFill/>
          </a:ln>
        </p:spPr>
        <p:txBody>
          <a:bodyPr spcFirstLastPara="1" wrap="square" lIns="68575" tIns="34275" rIns="68575" bIns="34275" anchor="t" anchorCtr="0">
            <a:noAutofit/>
          </a:bodyPr>
          <a:lstStyle/>
          <a:p>
            <a:pPr marL="36193" marR="0" lvl="0" indent="0" algn="l" rtl="0">
              <a:lnSpc>
                <a:spcPct val="90000"/>
              </a:lnSpc>
              <a:spcBef>
                <a:spcPts val="0"/>
              </a:spcBef>
              <a:spcAft>
                <a:spcPts val="0"/>
              </a:spcAft>
              <a:buClr>
                <a:schemeClr val="lt1"/>
              </a:buClr>
              <a:buSzPts val="1400"/>
              <a:buFont typeface="Arial"/>
              <a:buNone/>
            </a:pPr>
            <a:endParaRPr sz="1050">
              <a:solidFill>
                <a:schemeClr val="lt1"/>
              </a:solidFill>
              <a:latin typeface="Arial"/>
              <a:ea typeface="Arial"/>
              <a:cs typeface="Arial"/>
              <a:sym typeface="Arial"/>
            </a:endParaRPr>
          </a:p>
        </p:txBody>
      </p:sp>
      <p:sp>
        <p:nvSpPr>
          <p:cNvPr id="67" name="Google Shape;67;p13"/>
          <p:cNvSpPr txBox="1">
            <a:spLocks noGrp="1"/>
          </p:cNvSpPr>
          <p:nvPr>
            <p:ph type="title"/>
          </p:nvPr>
        </p:nvSpPr>
        <p:spPr>
          <a:xfrm>
            <a:off x="345737" y="273845"/>
            <a:ext cx="8444975" cy="744141"/>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3"/>
          <p:cNvSpPr/>
          <p:nvPr/>
        </p:nvSpPr>
        <p:spPr>
          <a:xfrm>
            <a:off x="6249659" y="1458269"/>
            <a:ext cx="2541051" cy="2568708"/>
          </a:xfrm>
          <a:prstGeom prst="snip1Rect">
            <a:avLst>
              <a:gd name="adj" fmla="val 16667"/>
            </a:avLst>
          </a:prstGeom>
          <a:solidFill>
            <a:schemeClr val="dk1"/>
          </a:solidFill>
          <a:ln>
            <a:noFill/>
          </a:ln>
        </p:spPr>
        <p:txBody>
          <a:bodyPr spcFirstLastPara="1" wrap="square" lIns="68575" tIns="34275" rIns="68575" bIns="34275" anchor="t" anchorCtr="0">
            <a:noAutofit/>
          </a:bodyPr>
          <a:lstStyle/>
          <a:p>
            <a:pPr marL="36193" marR="0" lvl="0" indent="0" algn="l" rtl="0">
              <a:lnSpc>
                <a:spcPct val="90000"/>
              </a:lnSpc>
              <a:spcBef>
                <a:spcPts val="0"/>
              </a:spcBef>
              <a:spcAft>
                <a:spcPts val="0"/>
              </a:spcAft>
              <a:buClr>
                <a:schemeClr val="lt1"/>
              </a:buClr>
              <a:buSzPts val="1400"/>
              <a:buFont typeface="Arial"/>
              <a:buNone/>
            </a:pPr>
            <a:endParaRPr sz="1050">
              <a:solidFill>
                <a:schemeClr val="lt1"/>
              </a:solidFill>
              <a:latin typeface="Arial"/>
              <a:ea typeface="Arial"/>
              <a:cs typeface="Arial"/>
              <a:sym typeface="Arial"/>
            </a:endParaRPr>
          </a:p>
        </p:txBody>
      </p:sp>
      <p:sp>
        <p:nvSpPr>
          <p:cNvPr id="69" name="Google Shape;69;p13"/>
          <p:cNvSpPr txBox="1">
            <a:spLocks noGrp="1"/>
          </p:cNvSpPr>
          <p:nvPr>
            <p:ph type="body" idx="1"/>
          </p:nvPr>
        </p:nvSpPr>
        <p:spPr>
          <a:xfrm>
            <a:off x="464431" y="1577210"/>
            <a:ext cx="2308500" cy="2339700"/>
          </a:xfrm>
          <a:prstGeom prst="rect">
            <a:avLst/>
          </a:prstGeom>
          <a:noFill/>
          <a:ln>
            <a:noFill/>
          </a:ln>
        </p:spPr>
        <p:txBody>
          <a:bodyPr spcFirstLastPara="1" wrap="square" lIns="0" tIns="34275" rIns="0" bIns="34275" anchor="t" anchorCtr="0">
            <a:noAutofit/>
          </a:bodyPr>
          <a:lstStyle>
            <a:lvl1pPr marL="457200" lvl="0" indent="-317500" algn="l" rtl="0">
              <a:lnSpc>
                <a:spcPct val="90000"/>
              </a:lnSpc>
              <a:spcBef>
                <a:spcPts val="800"/>
              </a:spcBef>
              <a:spcAft>
                <a:spcPts val="0"/>
              </a:spcAft>
              <a:buClr>
                <a:schemeClr val="lt1"/>
              </a:buClr>
              <a:buSzPts val="1400"/>
              <a:buFont typeface="Barlow"/>
              <a:buChar char="▪"/>
              <a:defRPr sz="1400">
                <a:solidFill>
                  <a:schemeClr val="lt1"/>
                </a:solidFill>
              </a:defRPr>
            </a:lvl1pPr>
            <a:lvl2pPr marL="914400" lvl="1" indent="-304800" algn="l" rtl="0">
              <a:lnSpc>
                <a:spcPct val="90000"/>
              </a:lnSpc>
              <a:spcBef>
                <a:spcPts val="400"/>
              </a:spcBef>
              <a:spcAft>
                <a:spcPts val="0"/>
              </a:spcAft>
              <a:buClr>
                <a:schemeClr val="lt1"/>
              </a:buClr>
              <a:buSzPts val="1200"/>
              <a:buFont typeface="Barlow"/>
              <a:buChar char="▪"/>
              <a:defRPr sz="1200">
                <a:solidFill>
                  <a:schemeClr val="lt1"/>
                </a:solidFill>
              </a:defRPr>
            </a:lvl2pPr>
            <a:lvl3pPr marL="1371600" lvl="2" indent="-298450" algn="l" rtl="0">
              <a:lnSpc>
                <a:spcPct val="90000"/>
              </a:lnSpc>
              <a:spcBef>
                <a:spcPts val="400"/>
              </a:spcBef>
              <a:spcAft>
                <a:spcPts val="0"/>
              </a:spcAft>
              <a:buClr>
                <a:schemeClr val="lt1"/>
              </a:buClr>
              <a:buSzPts val="1100"/>
              <a:buFont typeface="Barlow"/>
              <a:buChar char="▪"/>
              <a:defRPr sz="1100">
                <a:solidFill>
                  <a:schemeClr val="lt1"/>
                </a:solidFill>
              </a:defRPr>
            </a:lvl3pPr>
            <a:lvl4pPr marL="1828800" lvl="3" indent="-285750" algn="l" rtl="0">
              <a:lnSpc>
                <a:spcPct val="90000"/>
              </a:lnSpc>
              <a:spcBef>
                <a:spcPts val="400"/>
              </a:spcBef>
              <a:spcAft>
                <a:spcPts val="0"/>
              </a:spcAft>
              <a:buClr>
                <a:schemeClr val="lt1"/>
              </a:buClr>
              <a:buSzPts val="900"/>
              <a:buChar char="▪"/>
              <a:defRPr sz="900">
                <a:solidFill>
                  <a:schemeClr val="lt1"/>
                </a:solidFill>
              </a:defRPr>
            </a:lvl4pPr>
            <a:lvl5pPr marL="2286000" lvl="4" indent="-279400" algn="l" rtl="0">
              <a:lnSpc>
                <a:spcPct val="90000"/>
              </a:lnSpc>
              <a:spcBef>
                <a:spcPts val="400"/>
              </a:spcBef>
              <a:spcAft>
                <a:spcPts val="0"/>
              </a:spcAft>
              <a:buClr>
                <a:schemeClr val="lt1"/>
              </a:buClr>
              <a:buSzPts val="800"/>
              <a:buChar char="▪"/>
              <a:defRPr sz="800">
                <a:solidFill>
                  <a:schemeClr val="lt1"/>
                </a:solidFill>
              </a:defRPr>
            </a:lvl5pPr>
            <a:lvl6pPr marL="2743200" lvl="5" indent="-279400" algn="l" rtl="0">
              <a:lnSpc>
                <a:spcPct val="90000"/>
              </a:lnSpc>
              <a:spcBef>
                <a:spcPts val="400"/>
              </a:spcBef>
              <a:spcAft>
                <a:spcPts val="0"/>
              </a:spcAft>
              <a:buClr>
                <a:schemeClr val="lt1"/>
              </a:buClr>
              <a:buSzPts val="800"/>
              <a:buChar char="▪"/>
              <a:defRPr sz="800">
                <a:solidFill>
                  <a:schemeClr val="lt1"/>
                </a:solidFill>
              </a:defRPr>
            </a:lvl6pPr>
            <a:lvl7pPr marL="3200400" lvl="6" indent="-279400" algn="l" rtl="0">
              <a:lnSpc>
                <a:spcPct val="90000"/>
              </a:lnSpc>
              <a:spcBef>
                <a:spcPts val="400"/>
              </a:spcBef>
              <a:spcAft>
                <a:spcPts val="0"/>
              </a:spcAft>
              <a:buClr>
                <a:schemeClr val="lt1"/>
              </a:buClr>
              <a:buSzPts val="800"/>
              <a:buChar char="▪"/>
              <a:defRPr sz="800">
                <a:solidFill>
                  <a:schemeClr val="lt1"/>
                </a:solidFill>
              </a:defRPr>
            </a:lvl7pPr>
            <a:lvl8pPr marL="3657600" lvl="7" indent="-279400" algn="l" rtl="0">
              <a:lnSpc>
                <a:spcPct val="90000"/>
              </a:lnSpc>
              <a:spcBef>
                <a:spcPts val="400"/>
              </a:spcBef>
              <a:spcAft>
                <a:spcPts val="0"/>
              </a:spcAft>
              <a:buClr>
                <a:schemeClr val="lt1"/>
              </a:buClr>
              <a:buSzPts val="800"/>
              <a:buChar char="▪"/>
              <a:defRPr sz="800">
                <a:solidFill>
                  <a:schemeClr val="lt1"/>
                </a:solidFill>
              </a:defRPr>
            </a:lvl8pPr>
            <a:lvl9pPr marL="4114800" lvl="8" indent="-279400" algn="l" rtl="0">
              <a:lnSpc>
                <a:spcPct val="90000"/>
              </a:lnSpc>
              <a:spcBef>
                <a:spcPts val="400"/>
              </a:spcBef>
              <a:spcAft>
                <a:spcPts val="0"/>
              </a:spcAft>
              <a:buClr>
                <a:schemeClr val="lt1"/>
              </a:buClr>
              <a:buSzPts val="800"/>
              <a:buChar char="▪"/>
              <a:defRPr sz="800">
                <a:solidFill>
                  <a:schemeClr val="lt1"/>
                </a:solidFill>
              </a:defRPr>
            </a:lvl9pPr>
          </a:lstStyle>
          <a:p>
            <a:endParaRPr/>
          </a:p>
        </p:txBody>
      </p:sp>
      <p:sp>
        <p:nvSpPr>
          <p:cNvPr id="70" name="Google Shape;70;p13"/>
          <p:cNvSpPr txBox="1">
            <a:spLocks noGrp="1"/>
          </p:cNvSpPr>
          <p:nvPr>
            <p:ph type="body" idx="2"/>
          </p:nvPr>
        </p:nvSpPr>
        <p:spPr>
          <a:xfrm>
            <a:off x="3434948" y="1578426"/>
            <a:ext cx="2308500" cy="2338800"/>
          </a:xfrm>
          <a:prstGeom prst="rect">
            <a:avLst/>
          </a:prstGeom>
          <a:noFill/>
          <a:ln>
            <a:noFill/>
          </a:ln>
        </p:spPr>
        <p:txBody>
          <a:bodyPr spcFirstLastPara="1" wrap="square" lIns="0" tIns="34275" rIns="0" bIns="34275" anchor="t" anchorCtr="0">
            <a:noAutofit/>
          </a:bodyPr>
          <a:lstStyle>
            <a:lvl1pPr marL="457200" lvl="0" indent="-292100" algn="l" rtl="0">
              <a:lnSpc>
                <a:spcPct val="90000"/>
              </a:lnSpc>
              <a:spcBef>
                <a:spcPts val="800"/>
              </a:spcBef>
              <a:spcAft>
                <a:spcPts val="0"/>
              </a:spcAft>
              <a:buClr>
                <a:schemeClr val="lt1"/>
              </a:buClr>
              <a:buSzPts val="1000"/>
              <a:buFont typeface="Barlow"/>
              <a:buChar char="▪"/>
              <a:defRPr sz="1400">
                <a:solidFill>
                  <a:schemeClr val="lt1"/>
                </a:solidFill>
              </a:defRPr>
            </a:lvl1pPr>
            <a:lvl2pPr marL="914400" lvl="1" indent="-285750" algn="l" rtl="0">
              <a:lnSpc>
                <a:spcPct val="90000"/>
              </a:lnSpc>
              <a:spcBef>
                <a:spcPts val="400"/>
              </a:spcBef>
              <a:spcAft>
                <a:spcPts val="0"/>
              </a:spcAft>
              <a:buClr>
                <a:schemeClr val="lt1"/>
              </a:buClr>
              <a:buSzPts val="900"/>
              <a:buFont typeface="Barlow"/>
              <a:buChar char="▪"/>
              <a:defRPr sz="1200">
                <a:solidFill>
                  <a:schemeClr val="lt1"/>
                </a:solidFill>
              </a:defRPr>
            </a:lvl2pPr>
            <a:lvl3pPr marL="1371600" lvl="2" indent="-279400" algn="l" rtl="0">
              <a:lnSpc>
                <a:spcPct val="90000"/>
              </a:lnSpc>
              <a:spcBef>
                <a:spcPts val="400"/>
              </a:spcBef>
              <a:spcAft>
                <a:spcPts val="0"/>
              </a:spcAft>
              <a:buClr>
                <a:schemeClr val="lt1"/>
              </a:buClr>
              <a:buSzPts val="800"/>
              <a:buFont typeface="Barlow"/>
              <a:buChar char="▪"/>
              <a:defRPr sz="1100">
                <a:solidFill>
                  <a:schemeClr val="lt1"/>
                </a:solidFill>
              </a:defRPr>
            </a:lvl3pPr>
            <a:lvl4pPr marL="1828800" lvl="3" indent="-273050" algn="l" rtl="0">
              <a:lnSpc>
                <a:spcPct val="90000"/>
              </a:lnSpc>
              <a:spcBef>
                <a:spcPts val="400"/>
              </a:spcBef>
              <a:spcAft>
                <a:spcPts val="0"/>
              </a:spcAft>
              <a:buClr>
                <a:schemeClr val="lt1"/>
              </a:buClr>
              <a:buSzPts val="700"/>
              <a:buChar char="▪"/>
              <a:defRPr sz="900">
                <a:solidFill>
                  <a:schemeClr val="lt1"/>
                </a:solidFill>
              </a:defRPr>
            </a:lvl4pPr>
            <a:lvl5pPr marL="2286000" lvl="4" indent="-279400" algn="l" rtl="0">
              <a:lnSpc>
                <a:spcPct val="90000"/>
              </a:lnSpc>
              <a:spcBef>
                <a:spcPts val="400"/>
              </a:spcBef>
              <a:spcAft>
                <a:spcPts val="0"/>
              </a:spcAft>
              <a:buClr>
                <a:schemeClr val="lt1"/>
              </a:buClr>
              <a:buSzPts val="800"/>
              <a:buChar char="▪"/>
              <a:defRPr sz="800">
                <a:solidFill>
                  <a:schemeClr val="lt1"/>
                </a:solidFill>
              </a:defRPr>
            </a:lvl5pPr>
            <a:lvl6pPr marL="2743200" lvl="5" indent="-279400" algn="l" rtl="0">
              <a:lnSpc>
                <a:spcPct val="90000"/>
              </a:lnSpc>
              <a:spcBef>
                <a:spcPts val="400"/>
              </a:spcBef>
              <a:spcAft>
                <a:spcPts val="0"/>
              </a:spcAft>
              <a:buClr>
                <a:schemeClr val="lt1"/>
              </a:buClr>
              <a:buSzPts val="800"/>
              <a:buChar char="▪"/>
              <a:defRPr sz="800">
                <a:solidFill>
                  <a:schemeClr val="lt1"/>
                </a:solidFill>
              </a:defRPr>
            </a:lvl6pPr>
            <a:lvl7pPr marL="3200400" lvl="6" indent="-279400" algn="l" rtl="0">
              <a:lnSpc>
                <a:spcPct val="90000"/>
              </a:lnSpc>
              <a:spcBef>
                <a:spcPts val="400"/>
              </a:spcBef>
              <a:spcAft>
                <a:spcPts val="0"/>
              </a:spcAft>
              <a:buClr>
                <a:schemeClr val="lt1"/>
              </a:buClr>
              <a:buSzPts val="800"/>
              <a:buChar char="▪"/>
              <a:defRPr sz="800">
                <a:solidFill>
                  <a:schemeClr val="lt1"/>
                </a:solidFill>
              </a:defRPr>
            </a:lvl7pPr>
            <a:lvl8pPr marL="3657600" lvl="7" indent="-279400" algn="l" rtl="0">
              <a:lnSpc>
                <a:spcPct val="90000"/>
              </a:lnSpc>
              <a:spcBef>
                <a:spcPts val="400"/>
              </a:spcBef>
              <a:spcAft>
                <a:spcPts val="0"/>
              </a:spcAft>
              <a:buClr>
                <a:schemeClr val="lt1"/>
              </a:buClr>
              <a:buSzPts val="800"/>
              <a:buChar char="▪"/>
              <a:defRPr sz="800">
                <a:solidFill>
                  <a:schemeClr val="lt1"/>
                </a:solidFill>
              </a:defRPr>
            </a:lvl8pPr>
            <a:lvl9pPr marL="4114800" lvl="8" indent="-279400" algn="l" rtl="0">
              <a:lnSpc>
                <a:spcPct val="90000"/>
              </a:lnSpc>
              <a:spcBef>
                <a:spcPts val="400"/>
              </a:spcBef>
              <a:spcAft>
                <a:spcPts val="0"/>
              </a:spcAft>
              <a:buClr>
                <a:schemeClr val="lt1"/>
              </a:buClr>
              <a:buSzPts val="800"/>
              <a:buChar char="▪"/>
              <a:defRPr sz="800">
                <a:solidFill>
                  <a:schemeClr val="lt1"/>
                </a:solidFill>
              </a:defRPr>
            </a:lvl9pPr>
          </a:lstStyle>
          <a:p>
            <a:endParaRPr/>
          </a:p>
        </p:txBody>
      </p:sp>
      <p:sp>
        <p:nvSpPr>
          <p:cNvPr id="71" name="Google Shape;71;p13"/>
          <p:cNvSpPr txBox="1">
            <a:spLocks noGrp="1"/>
          </p:cNvSpPr>
          <p:nvPr>
            <p:ph type="body" idx="3"/>
          </p:nvPr>
        </p:nvSpPr>
        <p:spPr>
          <a:xfrm>
            <a:off x="6372830" y="1578426"/>
            <a:ext cx="2308500" cy="2338800"/>
          </a:xfrm>
          <a:prstGeom prst="rect">
            <a:avLst/>
          </a:prstGeom>
          <a:noFill/>
          <a:ln>
            <a:noFill/>
          </a:ln>
        </p:spPr>
        <p:txBody>
          <a:bodyPr spcFirstLastPara="1" wrap="square" lIns="0" tIns="34275" rIns="0" bIns="34275" anchor="t" anchorCtr="0">
            <a:noAutofit/>
          </a:bodyPr>
          <a:lstStyle>
            <a:lvl1pPr marL="457200" lvl="0" indent="-292100" algn="l" rtl="0">
              <a:lnSpc>
                <a:spcPct val="90000"/>
              </a:lnSpc>
              <a:spcBef>
                <a:spcPts val="800"/>
              </a:spcBef>
              <a:spcAft>
                <a:spcPts val="0"/>
              </a:spcAft>
              <a:buClr>
                <a:schemeClr val="lt1"/>
              </a:buClr>
              <a:buSzPts val="1000"/>
              <a:buFont typeface="Barlow"/>
              <a:buChar char="▪"/>
              <a:defRPr sz="1400">
                <a:solidFill>
                  <a:schemeClr val="lt1"/>
                </a:solidFill>
              </a:defRPr>
            </a:lvl1pPr>
            <a:lvl2pPr marL="914400" lvl="1" indent="-285750" algn="l" rtl="0">
              <a:lnSpc>
                <a:spcPct val="90000"/>
              </a:lnSpc>
              <a:spcBef>
                <a:spcPts val="400"/>
              </a:spcBef>
              <a:spcAft>
                <a:spcPts val="0"/>
              </a:spcAft>
              <a:buClr>
                <a:schemeClr val="lt1"/>
              </a:buClr>
              <a:buSzPts val="900"/>
              <a:buFont typeface="Barlow"/>
              <a:buChar char="▪"/>
              <a:defRPr sz="1200">
                <a:solidFill>
                  <a:schemeClr val="lt1"/>
                </a:solidFill>
              </a:defRPr>
            </a:lvl2pPr>
            <a:lvl3pPr marL="1371600" lvl="2" indent="-279400" algn="l" rtl="0">
              <a:lnSpc>
                <a:spcPct val="90000"/>
              </a:lnSpc>
              <a:spcBef>
                <a:spcPts val="400"/>
              </a:spcBef>
              <a:spcAft>
                <a:spcPts val="0"/>
              </a:spcAft>
              <a:buClr>
                <a:schemeClr val="lt1"/>
              </a:buClr>
              <a:buSzPts val="800"/>
              <a:buFont typeface="Barlow"/>
              <a:buChar char="▪"/>
              <a:defRPr sz="1100">
                <a:solidFill>
                  <a:schemeClr val="lt1"/>
                </a:solidFill>
              </a:defRPr>
            </a:lvl3pPr>
            <a:lvl4pPr marL="1828800" lvl="3" indent="-273050" algn="l" rtl="0">
              <a:lnSpc>
                <a:spcPct val="90000"/>
              </a:lnSpc>
              <a:spcBef>
                <a:spcPts val="400"/>
              </a:spcBef>
              <a:spcAft>
                <a:spcPts val="0"/>
              </a:spcAft>
              <a:buClr>
                <a:schemeClr val="lt1"/>
              </a:buClr>
              <a:buSzPts val="700"/>
              <a:buChar char="▪"/>
              <a:defRPr sz="900">
                <a:solidFill>
                  <a:schemeClr val="lt1"/>
                </a:solidFill>
              </a:defRPr>
            </a:lvl4pPr>
            <a:lvl5pPr marL="2286000" lvl="4" indent="-279400" algn="l" rtl="0">
              <a:lnSpc>
                <a:spcPct val="90000"/>
              </a:lnSpc>
              <a:spcBef>
                <a:spcPts val="400"/>
              </a:spcBef>
              <a:spcAft>
                <a:spcPts val="0"/>
              </a:spcAft>
              <a:buClr>
                <a:schemeClr val="lt1"/>
              </a:buClr>
              <a:buSzPts val="800"/>
              <a:buChar char="▪"/>
              <a:defRPr sz="800">
                <a:solidFill>
                  <a:schemeClr val="lt1"/>
                </a:solidFill>
              </a:defRPr>
            </a:lvl5pPr>
            <a:lvl6pPr marL="2743200" lvl="5" indent="-279400" algn="l" rtl="0">
              <a:lnSpc>
                <a:spcPct val="90000"/>
              </a:lnSpc>
              <a:spcBef>
                <a:spcPts val="400"/>
              </a:spcBef>
              <a:spcAft>
                <a:spcPts val="0"/>
              </a:spcAft>
              <a:buClr>
                <a:schemeClr val="lt1"/>
              </a:buClr>
              <a:buSzPts val="800"/>
              <a:buChar char="▪"/>
              <a:defRPr sz="800">
                <a:solidFill>
                  <a:schemeClr val="lt1"/>
                </a:solidFill>
              </a:defRPr>
            </a:lvl6pPr>
            <a:lvl7pPr marL="3200400" lvl="6" indent="-279400" algn="l" rtl="0">
              <a:lnSpc>
                <a:spcPct val="90000"/>
              </a:lnSpc>
              <a:spcBef>
                <a:spcPts val="400"/>
              </a:spcBef>
              <a:spcAft>
                <a:spcPts val="0"/>
              </a:spcAft>
              <a:buClr>
                <a:schemeClr val="lt1"/>
              </a:buClr>
              <a:buSzPts val="800"/>
              <a:buChar char="▪"/>
              <a:defRPr sz="800">
                <a:solidFill>
                  <a:schemeClr val="lt1"/>
                </a:solidFill>
              </a:defRPr>
            </a:lvl7pPr>
            <a:lvl8pPr marL="3657600" lvl="7" indent="-279400" algn="l" rtl="0">
              <a:lnSpc>
                <a:spcPct val="90000"/>
              </a:lnSpc>
              <a:spcBef>
                <a:spcPts val="400"/>
              </a:spcBef>
              <a:spcAft>
                <a:spcPts val="0"/>
              </a:spcAft>
              <a:buClr>
                <a:schemeClr val="lt1"/>
              </a:buClr>
              <a:buSzPts val="800"/>
              <a:buChar char="▪"/>
              <a:defRPr sz="800">
                <a:solidFill>
                  <a:schemeClr val="lt1"/>
                </a:solidFill>
              </a:defRPr>
            </a:lvl8pPr>
            <a:lvl9pPr marL="4114800" lvl="8" indent="-279400" algn="l" rtl="0">
              <a:lnSpc>
                <a:spcPct val="90000"/>
              </a:lnSpc>
              <a:spcBef>
                <a:spcPts val="400"/>
              </a:spcBef>
              <a:spcAft>
                <a:spcPts val="0"/>
              </a:spcAft>
              <a:buClr>
                <a:schemeClr val="lt1"/>
              </a:buClr>
              <a:buSzPts val="800"/>
              <a:buChar char="▪"/>
              <a:defRPr sz="800">
                <a:solidFill>
                  <a:schemeClr val="lt1"/>
                </a:solidFill>
              </a:defRPr>
            </a:lvl9pPr>
          </a:lstStyle>
          <a:p>
            <a:endParaRPr/>
          </a:p>
        </p:txBody>
      </p:sp>
      <p:sp>
        <p:nvSpPr>
          <p:cNvPr id="72" name="Google Shape;72;p13"/>
          <p:cNvSpPr txBox="1">
            <a:spLocks noGrp="1"/>
          </p:cNvSpPr>
          <p:nvPr>
            <p:ph type="subTitle" idx="4"/>
          </p:nvPr>
        </p:nvSpPr>
        <p:spPr>
          <a:xfrm>
            <a:off x="345727" y="952725"/>
            <a:ext cx="2541000" cy="473100"/>
          </a:xfrm>
          <a:prstGeom prst="rect">
            <a:avLst/>
          </a:prstGeom>
        </p:spPr>
        <p:txBody>
          <a:bodyPr spcFirstLastPara="1" wrap="square" lIns="0" tIns="0" rIns="68575" bIns="0" anchor="b" anchorCtr="0">
            <a:noAutofit/>
          </a:bodyPr>
          <a:lstStyle>
            <a:lvl1pPr lvl="0" rtl="0">
              <a:lnSpc>
                <a:spcPct val="90000"/>
              </a:lnSpc>
              <a:spcBef>
                <a:spcPts val="0"/>
              </a:spcBef>
              <a:spcAft>
                <a:spcPts val="0"/>
              </a:spcAft>
              <a:buNone/>
              <a:defRPr sz="2000">
                <a:solidFill>
                  <a:schemeClr val="accent5"/>
                </a:solidFill>
              </a:defRPr>
            </a:lvl1pPr>
            <a:lvl2pPr lvl="1" rtl="0">
              <a:lnSpc>
                <a:spcPct val="90000"/>
              </a:lnSpc>
              <a:spcBef>
                <a:spcPts val="0"/>
              </a:spcBef>
              <a:spcAft>
                <a:spcPts val="0"/>
              </a:spcAft>
              <a:buNone/>
              <a:defRPr sz="2000">
                <a:solidFill>
                  <a:schemeClr val="accent5"/>
                </a:solidFill>
              </a:defRPr>
            </a:lvl2pPr>
            <a:lvl3pPr lvl="2" rtl="0">
              <a:lnSpc>
                <a:spcPct val="90000"/>
              </a:lnSpc>
              <a:spcBef>
                <a:spcPts val="0"/>
              </a:spcBef>
              <a:spcAft>
                <a:spcPts val="0"/>
              </a:spcAft>
              <a:buNone/>
              <a:defRPr sz="2000">
                <a:solidFill>
                  <a:schemeClr val="accent5"/>
                </a:solidFill>
              </a:defRPr>
            </a:lvl3pPr>
            <a:lvl4pPr lvl="3" rtl="0">
              <a:lnSpc>
                <a:spcPct val="90000"/>
              </a:lnSpc>
              <a:spcBef>
                <a:spcPts val="0"/>
              </a:spcBef>
              <a:spcAft>
                <a:spcPts val="0"/>
              </a:spcAft>
              <a:buNone/>
              <a:defRPr sz="2000">
                <a:solidFill>
                  <a:schemeClr val="accent5"/>
                </a:solidFill>
              </a:defRPr>
            </a:lvl4pPr>
            <a:lvl5pPr lvl="4" rtl="0">
              <a:lnSpc>
                <a:spcPct val="90000"/>
              </a:lnSpc>
              <a:spcBef>
                <a:spcPts val="0"/>
              </a:spcBef>
              <a:spcAft>
                <a:spcPts val="0"/>
              </a:spcAft>
              <a:buNone/>
              <a:defRPr sz="2000">
                <a:solidFill>
                  <a:schemeClr val="accent5"/>
                </a:solidFill>
              </a:defRPr>
            </a:lvl5pPr>
            <a:lvl6pPr lvl="5" rtl="0">
              <a:lnSpc>
                <a:spcPct val="90000"/>
              </a:lnSpc>
              <a:spcBef>
                <a:spcPts val="0"/>
              </a:spcBef>
              <a:spcAft>
                <a:spcPts val="0"/>
              </a:spcAft>
              <a:buNone/>
              <a:defRPr sz="2000">
                <a:solidFill>
                  <a:schemeClr val="accent5"/>
                </a:solidFill>
              </a:defRPr>
            </a:lvl6pPr>
            <a:lvl7pPr lvl="6" rtl="0">
              <a:lnSpc>
                <a:spcPct val="90000"/>
              </a:lnSpc>
              <a:spcBef>
                <a:spcPts val="0"/>
              </a:spcBef>
              <a:spcAft>
                <a:spcPts val="0"/>
              </a:spcAft>
              <a:buNone/>
              <a:defRPr sz="2000">
                <a:solidFill>
                  <a:schemeClr val="accent5"/>
                </a:solidFill>
              </a:defRPr>
            </a:lvl7pPr>
            <a:lvl8pPr lvl="7" rtl="0">
              <a:lnSpc>
                <a:spcPct val="90000"/>
              </a:lnSpc>
              <a:spcBef>
                <a:spcPts val="0"/>
              </a:spcBef>
              <a:spcAft>
                <a:spcPts val="0"/>
              </a:spcAft>
              <a:buNone/>
              <a:defRPr sz="2000">
                <a:solidFill>
                  <a:schemeClr val="accent5"/>
                </a:solidFill>
              </a:defRPr>
            </a:lvl8pPr>
            <a:lvl9pPr lvl="8" rtl="0">
              <a:lnSpc>
                <a:spcPct val="90000"/>
              </a:lnSpc>
              <a:spcBef>
                <a:spcPts val="0"/>
              </a:spcBef>
              <a:spcAft>
                <a:spcPts val="0"/>
              </a:spcAft>
              <a:buNone/>
              <a:defRPr sz="2000">
                <a:solidFill>
                  <a:schemeClr val="accent5"/>
                </a:solidFill>
              </a:defRPr>
            </a:lvl9pPr>
          </a:lstStyle>
          <a:p>
            <a:endParaRPr/>
          </a:p>
        </p:txBody>
      </p:sp>
      <p:sp>
        <p:nvSpPr>
          <p:cNvPr id="73" name="Google Shape;73;p13"/>
          <p:cNvSpPr txBox="1">
            <a:spLocks noGrp="1"/>
          </p:cNvSpPr>
          <p:nvPr>
            <p:ph type="subTitle" idx="5"/>
          </p:nvPr>
        </p:nvSpPr>
        <p:spPr>
          <a:xfrm>
            <a:off x="3311771" y="952725"/>
            <a:ext cx="2541000" cy="473100"/>
          </a:xfrm>
          <a:prstGeom prst="rect">
            <a:avLst/>
          </a:prstGeom>
        </p:spPr>
        <p:txBody>
          <a:bodyPr spcFirstLastPara="1" wrap="square" lIns="0" tIns="0" rIns="68575" bIns="0" anchor="b" anchorCtr="0">
            <a:noAutofit/>
          </a:bodyPr>
          <a:lstStyle>
            <a:lvl1pPr lvl="0" rtl="0">
              <a:lnSpc>
                <a:spcPct val="90000"/>
              </a:lnSpc>
              <a:spcBef>
                <a:spcPts val="0"/>
              </a:spcBef>
              <a:spcAft>
                <a:spcPts val="0"/>
              </a:spcAft>
              <a:buNone/>
              <a:defRPr sz="2000">
                <a:solidFill>
                  <a:schemeClr val="accent5"/>
                </a:solidFill>
              </a:defRPr>
            </a:lvl1pPr>
            <a:lvl2pPr lvl="1" rtl="0">
              <a:lnSpc>
                <a:spcPct val="90000"/>
              </a:lnSpc>
              <a:spcBef>
                <a:spcPts val="0"/>
              </a:spcBef>
              <a:spcAft>
                <a:spcPts val="0"/>
              </a:spcAft>
              <a:buNone/>
              <a:defRPr sz="2000">
                <a:solidFill>
                  <a:schemeClr val="accent5"/>
                </a:solidFill>
              </a:defRPr>
            </a:lvl2pPr>
            <a:lvl3pPr lvl="2" rtl="0">
              <a:lnSpc>
                <a:spcPct val="90000"/>
              </a:lnSpc>
              <a:spcBef>
                <a:spcPts val="0"/>
              </a:spcBef>
              <a:spcAft>
                <a:spcPts val="0"/>
              </a:spcAft>
              <a:buNone/>
              <a:defRPr sz="2000">
                <a:solidFill>
                  <a:schemeClr val="accent5"/>
                </a:solidFill>
              </a:defRPr>
            </a:lvl3pPr>
            <a:lvl4pPr lvl="3" rtl="0">
              <a:lnSpc>
                <a:spcPct val="90000"/>
              </a:lnSpc>
              <a:spcBef>
                <a:spcPts val="0"/>
              </a:spcBef>
              <a:spcAft>
                <a:spcPts val="0"/>
              </a:spcAft>
              <a:buNone/>
              <a:defRPr sz="2000">
                <a:solidFill>
                  <a:schemeClr val="accent5"/>
                </a:solidFill>
              </a:defRPr>
            </a:lvl4pPr>
            <a:lvl5pPr lvl="4" rtl="0">
              <a:lnSpc>
                <a:spcPct val="90000"/>
              </a:lnSpc>
              <a:spcBef>
                <a:spcPts val="0"/>
              </a:spcBef>
              <a:spcAft>
                <a:spcPts val="0"/>
              </a:spcAft>
              <a:buNone/>
              <a:defRPr sz="2000">
                <a:solidFill>
                  <a:schemeClr val="accent5"/>
                </a:solidFill>
              </a:defRPr>
            </a:lvl5pPr>
            <a:lvl6pPr lvl="5" rtl="0">
              <a:lnSpc>
                <a:spcPct val="90000"/>
              </a:lnSpc>
              <a:spcBef>
                <a:spcPts val="0"/>
              </a:spcBef>
              <a:spcAft>
                <a:spcPts val="0"/>
              </a:spcAft>
              <a:buNone/>
              <a:defRPr sz="2000">
                <a:solidFill>
                  <a:schemeClr val="accent5"/>
                </a:solidFill>
              </a:defRPr>
            </a:lvl6pPr>
            <a:lvl7pPr lvl="6" rtl="0">
              <a:lnSpc>
                <a:spcPct val="90000"/>
              </a:lnSpc>
              <a:spcBef>
                <a:spcPts val="0"/>
              </a:spcBef>
              <a:spcAft>
                <a:spcPts val="0"/>
              </a:spcAft>
              <a:buNone/>
              <a:defRPr sz="2000">
                <a:solidFill>
                  <a:schemeClr val="accent5"/>
                </a:solidFill>
              </a:defRPr>
            </a:lvl7pPr>
            <a:lvl8pPr lvl="7" rtl="0">
              <a:lnSpc>
                <a:spcPct val="90000"/>
              </a:lnSpc>
              <a:spcBef>
                <a:spcPts val="0"/>
              </a:spcBef>
              <a:spcAft>
                <a:spcPts val="0"/>
              </a:spcAft>
              <a:buNone/>
              <a:defRPr sz="2000">
                <a:solidFill>
                  <a:schemeClr val="accent5"/>
                </a:solidFill>
              </a:defRPr>
            </a:lvl8pPr>
            <a:lvl9pPr lvl="8" rtl="0">
              <a:lnSpc>
                <a:spcPct val="90000"/>
              </a:lnSpc>
              <a:spcBef>
                <a:spcPts val="0"/>
              </a:spcBef>
              <a:spcAft>
                <a:spcPts val="0"/>
              </a:spcAft>
              <a:buNone/>
              <a:defRPr sz="2000">
                <a:solidFill>
                  <a:schemeClr val="accent5"/>
                </a:solidFill>
              </a:defRPr>
            </a:lvl9pPr>
          </a:lstStyle>
          <a:p>
            <a:endParaRPr/>
          </a:p>
        </p:txBody>
      </p:sp>
      <p:sp>
        <p:nvSpPr>
          <p:cNvPr id="74" name="Google Shape;74;p13"/>
          <p:cNvSpPr txBox="1">
            <a:spLocks noGrp="1"/>
          </p:cNvSpPr>
          <p:nvPr>
            <p:ph type="subTitle" idx="6"/>
          </p:nvPr>
        </p:nvSpPr>
        <p:spPr>
          <a:xfrm>
            <a:off x="6249671" y="952725"/>
            <a:ext cx="2541000" cy="473100"/>
          </a:xfrm>
          <a:prstGeom prst="rect">
            <a:avLst/>
          </a:prstGeom>
        </p:spPr>
        <p:txBody>
          <a:bodyPr spcFirstLastPara="1" wrap="square" lIns="0" tIns="0" rIns="68575" bIns="0" anchor="b" anchorCtr="0">
            <a:noAutofit/>
          </a:bodyPr>
          <a:lstStyle>
            <a:lvl1pPr lvl="0" rtl="0">
              <a:lnSpc>
                <a:spcPct val="90000"/>
              </a:lnSpc>
              <a:spcBef>
                <a:spcPts val="0"/>
              </a:spcBef>
              <a:spcAft>
                <a:spcPts val="0"/>
              </a:spcAft>
              <a:buNone/>
              <a:defRPr sz="2000">
                <a:solidFill>
                  <a:schemeClr val="accent5"/>
                </a:solidFill>
              </a:defRPr>
            </a:lvl1pPr>
            <a:lvl2pPr lvl="1" rtl="0">
              <a:lnSpc>
                <a:spcPct val="90000"/>
              </a:lnSpc>
              <a:spcBef>
                <a:spcPts val="0"/>
              </a:spcBef>
              <a:spcAft>
                <a:spcPts val="0"/>
              </a:spcAft>
              <a:buNone/>
              <a:defRPr sz="2000">
                <a:solidFill>
                  <a:schemeClr val="accent5"/>
                </a:solidFill>
              </a:defRPr>
            </a:lvl2pPr>
            <a:lvl3pPr lvl="2" rtl="0">
              <a:lnSpc>
                <a:spcPct val="90000"/>
              </a:lnSpc>
              <a:spcBef>
                <a:spcPts val="0"/>
              </a:spcBef>
              <a:spcAft>
                <a:spcPts val="0"/>
              </a:spcAft>
              <a:buNone/>
              <a:defRPr sz="2000">
                <a:solidFill>
                  <a:schemeClr val="accent5"/>
                </a:solidFill>
              </a:defRPr>
            </a:lvl3pPr>
            <a:lvl4pPr lvl="3" rtl="0">
              <a:lnSpc>
                <a:spcPct val="90000"/>
              </a:lnSpc>
              <a:spcBef>
                <a:spcPts val="0"/>
              </a:spcBef>
              <a:spcAft>
                <a:spcPts val="0"/>
              </a:spcAft>
              <a:buNone/>
              <a:defRPr sz="2000">
                <a:solidFill>
                  <a:schemeClr val="accent5"/>
                </a:solidFill>
              </a:defRPr>
            </a:lvl4pPr>
            <a:lvl5pPr lvl="4" rtl="0">
              <a:lnSpc>
                <a:spcPct val="90000"/>
              </a:lnSpc>
              <a:spcBef>
                <a:spcPts val="0"/>
              </a:spcBef>
              <a:spcAft>
                <a:spcPts val="0"/>
              </a:spcAft>
              <a:buNone/>
              <a:defRPr sz="2000">
                <a:solidFill>
                  <a:schemeClr val="accent5"/>
                </a:solidFill>
              </a:defRPr>
            </a:lvl5pPr>
            <a:lvl6pPr lvl="5" rtl="0">
              <a:lnSpc>
                <a:spcPct val="90000"/>
              </a:lnSpc>
              <a:spcBef>
                <a:spcPts val="0"/>
              </a:spcBef>
              <a:spcAft>
                <a:spcPts val="0"/>
              </a:spcAft>
              <a:buNone/>
              <a:defRPr sz="2000">
                <a:solidFill>
                  <a:schemeClr val="accent5"/>
                </a:solidFill>
              </a:defRPr>
            </a:lvl6pPr>
            <a:lvl7pPr lvl="6" rtl="0">
              <a:lnSpc>
                <a:spcPct val="90000"/>
              </a:lnSpc>
              <a:spcBef>
                <a:spcPts val="0"/>
              </a:spcBef>
              <a:spcAft>
                <a:spcPts val="0"/>
              </a:spcAft>
              <a:buNone/>
              <a:defRPr sz="2000">
                <a:solidFill>
                  <a:schemeClr val="accent5"/>
                </a:solidFill>
              </a:defRPr>
            </a:lvl7pPr>
            <a:lvl8pPr lvl="7" rtl="0">
              <a:lnSpc>
                <a:spcPct val="90000"/>
              </a:lnSpc>
              <a:spcBef>
                <a:spcPts val="0"/>
              </a:spcBef>
              <a:spcAft>
                <a:spcPts val="0"/>
              </a:spcAft>
              <a:buNone/>
              <a:defRPr sz="2000">
                <a:solidFill>
                  <a:schemeClr val="accent5"/>
                </a:solidFill>
              </a:defRPr>
            </a:lvl8pPr>
            <a:lvl9pPr lvl="8" rtl="0">
              <a:lnSpc>
                <a:spcPct val="90000"/>
              </a:lnSpc>
              <a:spcBef>
                <a:spcPts val="0"/>
              </a:spcBef>
              <a:spcAft>
                <a:spcPts val="0"/>
              </a:spcAft>
              <a:buNone/>
              <a:defRPr sz="2000">
                <a:solidFill>
                  <a:schemeClr val="accent5"/>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our Box">
  <p:cSld name="Four Box">
    <p:spTree>
      <p:nvGrpSpPr>
        <p:cNvPr id="1" name="Shape 75"/>
        <p:cNvGrpSpPr/>
        <p:nvPr/>
      </p:nvGrpSpPr>
      <p:grpSpPr>
        <a:xfrm>
          <a:off x="0" y="0"/>
          <a:ext cx="0" cy="0"/>
          <a:chOff x="0" y="0"/>
          <a:chExt cx="0" cy="0"/>
        </a:xfrm>
      </p:grpSpPr>
      <p:sp>
        <p:nvSpPr>
          <p:cNvPr id="76" name="Google Shape;76;p14"/>
          <p:cNvSpPr/>
          <p:nvPr/>
        </p:nvSpPr>
        <p:spPr>
          <a:xfrm>
            <a:off x="345737" y="1458269"/>
            <a:ext cx="1835633" cy="2568708"/>
          </a:xfrm>
          <a:prstGeom prst="snip1Rect">
            <a:avLst>
              <a:gd name="adj" fmla="val 16667"/>
            </a:avLst>
          </a:prstGeom>
          <a:solidFill>
            <a:schemeClr val="accent6"/>
          </a:solidFill>
          <a:ln>
            <a:noFill/>
          </a:ln>
        </p:spPr>
        <p:txBody>
          <a:bodyPr spcFirstLastPara="1" wrap="square" lIns="68575" tIns="45700" rIns="68575" bIns="45700" anchor="t" anchorCtr="0">
            <a:noAutofit/>
          </a:bodyPr>
          <a:lstStyle/>
          <a:p>
            <a:pPr marL="36193" marR="0" lvl="0" indent="0" algn="l" rtl="0">
              <a:lnSpc>
                <a:spcPct val="90000"/>
              </a:lnSpc>
              <a:spcBef>
                <a:spcPts val="0"/>
              </a:spcBef>
              <a:spcAft>
                <a:spcPts val="0"/>
              </a:spcAft>
              <a:buClr>
                <a:schemeClr val="lt1"/>
              </a:buClr>
              <a:buSzPts val="1400"/>
              <a:buFont typeface="Arial"/>
              <a:buNone/>
            </a:pPr>
            <a:endParaRPr sz="1050">
              <a:solidFill>
                <a:schemeClr val="lt1"/>
              </a:solidFill>
              <a:latin typeface="Arial"/>
              <a:ea typeface="Arial"/>
              <a:cs typeface="Arial"/>
              <a:sym typeface="Arial"/>
            </a:endParaRPr>
          </a:p>
        </p:txBody>
      </p:sp>
      <p:sp>
        <p:nvSpPr>
          <p:cNvPr id="77" name="Google Shape;77;p14"/>
          <p:cNvSpPr/>
          <p:nvPr/>
        </p:nvSpPr>
        <p:spPr>
          <a:xfrm>
            <a:off x="2548851" y="1458269"/>
            <a:ext cx="1835633" cy="2568708"/>
          </a:xfrm>
          <a:prstGeom prst="snip1Rect">
            <a:avLst>
              <a:gd name="adj" fmla="val 16667"/>
            </a:avLst>
          </a:prstGeom>
          <a:solidFill>
            <a:schemeClr val="accent5"/>
          </a:solidFill>
          <a:ln>
            <a:noFill/>
          </a:ln>
        </p:spPr>
        <p:txBody>
          <a:bodyPr spcFirstLastPara="1" wrap="square" lIns="68575" tIns="34275" rIns="68575" bIns="34275" anchor="t" anchorCtr="0">
            <a:noAutofit/>
          </a:bodyPr>
          <a:lstStyle/>
          <a:p>
            <a:pPr marL="36193" marR="0" lvl="0" indent="0" algn="l" rtl="0">
              <a:lnSpc>
                <a:spcPct val="90000"/>
              </a:lnSpc>
              <a:spcBef>
                <a:spcPts val="0"/>
              </a:spcBef>
              <a:spcAft>
                <a:spcPts val="0"/>
              </a:spcAft>
              <a:buClr>
                <a:schemeClr val="lt1"/>
              </a:buClr>
              <a:buSzPts val="1400"/>
              <a:buFont typeface="Arial"/>
              <a:buNone/>
            </a:pPr>
            <a:endParaRPr sz="1050">
              <a:solidFill>
                <a:schemeClr val="lt1"/>
              </a:solidFill>
              <a:latin typeface="Arial"/>
              <a:ea typeface="Arial"/>
              <a:cs typeface="Arial"/>
              <a:sym typeface="Arial"/>
            </a:endParaRPr>
          </a:p>
        </p:txBody>
      </p:sp>
      <p:sp>
        <p:nvSpPr>
          <p:cNvPr id="78" name="Google Shape;78;p14"/>
          <p:cNvSpPr txBox="1">
            <a:spLocks noGrp="1"/>
          </p:cNvSpPr>
          <p:nvPr>
            <p:ph type="title"/>
          </p:nvPr>
        </p:nvSpPr>
        <p:spPr>
          <a:xfrm>
            <a:off x="345737" y="273845"/>
            <a:ext cx="8444975" cy="744141"/>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14"/>
          <p:cNvSpPr/>
          <p:nvPr/>
        </p:nvSpPr>
        <p:spPr>
          <a:xfrm>
            <a:off x="4751965" y="1458269"/>
            <a:ext cx="1835633" cy="2568708"/>
          </a:xfrm>
          <a:prstGeom prst="snip1Rect">
            <a:avLst>
              <a:gd name="adj" fmla="val 16667"/>
            </a:avLst>
          </a:prstGeom>
          <a:solidFill>
            <a:schemeClr val="dk2"/>
          </a:solidFill>
          <a:ln>
            <a:noFill/>
          </a:ln>
        </p:spPr>
        <p:txBody>
          <a:bodyPr spcFirstLastPara="1" wrap="square" lIns="68575" tIns="34275" rIns="68575" bIns="34275" anchor="t" anchorCtr="0">
            <a:noAutofit/>
          </a:bodyPr>
          <a:lstStyle/>
          <a:p>
            <a:pPr marL="36193" marR="0" lvl="0" indent="0" algn="l" rtl="0">
              <a:lnSpc>
                <a:spcPct val="90000"/>
              </a:lnSpc>
              <a:spcBef>
                <a:spcPts val="0"/>
              </a:spcBef>
              <a:spcAft>
                <a:spcPts val="0"/>
              </a:spcAft>
              <a:buClr>
                <a:schemeClr val="lt1"/>
              </a:buClr>
              <a:buSzPts val="1400"/>
              <a:buFont typeface="Arial"/>
              <a:buNone/>
            </a:pPr>
            <a:endParaRPr sz="1050">
              <a:solidFill>
                <a:schemeClr val="lt1"/>
              </a:solidFill>
              <a:latin typeface="Arial"/>
              <a:ea typeface="Arial"/>
              <a:cs typeface="Arial"/>
              <a:sym typeface="Arial"/>
            </a:endParaRPr>
          </a:p>
        </p:txBody>
      </p:sp>
      <p:sp>
        <p:nvSpPr>
          <p:cNvPr id="80" name="Google Shape;80;p14"/>
          <p:cNvSpPr/>
          <p:nvPr/>
        </p:nvSpPr>
        <p:spPr>
          <a:xfrm>
            <a:off x="6955079" y="1458269"/>
            <a:ext cx="1835633" cy="2568708"/>
          </a:xfrm>
          <a:prstGeom prst="snip1Rect">
            <a:avLst>
              <a:gd name="adj" fmla="val 16667"/>
            </a:avLst>
          </a:prstGeom>
          <a:solidFill>
            <a:schemeClr val="accent1"/>
          </a:solidFill>
          <a:ln>
            <a:noFill/>
          </a:ln>
        </p:spPr>
        <p:txBody>
          <a:bodyPr spcFirstLastPara="1" wrap="square" lIns="68575" tIns="34275" rIns="68575" bIns="34275" anchor="t" anchorCtr="0">
            <a:noAutofit/>
          </a:bodyPr>
          <a:lstStyle/>
          <a:p>
            <a:pPr marL="36193" marR="0" lvl="0" indent="0" algn="l" rtl="0">
              <a:lnSpc>
                <a:spcPct val="90000"/>
              </a:lnSpc>
              <a:spcBef>
                <a:spcPts val="0"/>
              </a:spcBef>
              <a:spcAft>
                <a:spcPts val="0"/>
              </a:spcAft>
              <a:buClr>
                <a:schemeClr val="lt1"/>
              </a:buClr>
              <a:buSzPts val="1400"/>
              <a:buFont typeface="Arial"/>
              <a:buNone/>
            </a:pPr>
            <a:endParaRPr sz="1050">
              <a:solidFill>
                <a:schemeClr val="lt1"/>
              </a:solidFill>
              <a:latin typeface="Arial"/>
              <a:ea typeface="Arial"/>
              <a:cs typeface="Arial"/>
              <a:sym typeface="Arial"/>
            </a:endParaRPr>
          </a:p>
        </p:txBody>
      </p:sp>
      <p:sp>
        <p:nvSpPr>
          <p:cNvPr id="81" name="Google Shape;81;p14"/>
          <p:cNvSpPr txBox="1">
            <a:spLocks noGrp="1"/>
          </p:cNvSpPr>
          <p:nvPr>
            <p:ph type="subTitle" idx="1"/>
          </p:nvPr>
        </p:nvSpPr>
        <p:spPr>
          <a:xfrm>
            <a:off x="345726" y="952725"/>
            <a:ext cx="1835700" cy="473100"/>
          </a:xfrm>
          <a:prstGeom prst="rect">
            <a:avLst/>
          </a:prstGeom>
        </p:spPr>
        <p:txBody>
          <a:bodyPr spcFirstLastPara="1" wrap="square" lIns="0" tIns="0" rIns="68575" bIns="0" anchor="b" anchorCtr="0">
            <a:noAutofit/>
          </a:bodyPr>
          <a:lstStyle>
            <a:lvl1pPr lvl="0" rtl="0">
              <a:lnSpc>
                <a:spcPct val="90000"/>
              </a:lnSpc>
              <a:spcBef>
                <a:spcPts val="0"/>
              </a:spcBef>
              <a:spcAft>
                <a:spcPts val="0"/>
              </a:spcAft>
              <a:buNone/>
              <a:defRPr sz="1500">
                <a:solidFill>
                  <a:schemeClr val="accent5"/>
                </a:solidFill>
              </a:defRPr>
            </a:lvl1pPr>
            <a:lvl2pPr lvl="1" rtl="0">
              <a:lnSpc>
                <a:spcPct val="90000"/>
              </a:lnSpc>
              <a:spcBef>
                <a:spcPts val="0"/>
              </a:spcBef>
              <a:spcAft>
                <a:spcPts val="0"/>
              </a:spcAft>
              <a:buNone/>
              <a:defRPr sz="1500">
                <a:solidFill>
                  <a:schemeClr val="accent5"/>
                </a:solidFill>
              </a:defRPr>
            </a:lvl2pPr>
            <a:lvl3pPr lvl="2" rtl="0">
              <a:lnSpc>
                <a:spcPct val="90000"/>
              </a:lnSpc>
              <a:spcBef>
                <a:spcPts val="0"/>
              </a:spcBef>
              <a:spcAft>
                <a:spcPts val="0"/>
              </a:spcAft>
              <a:buNone/>
              <a:defRPr sz="1500">
                <a:solidFill>
                  <a:schemeClr val="accent5"/>
                </a:solidFill>
              </a:defRPr>
            </a:lvl3pPr>
            <a:lvl4pPr lvl="3" rtl="0">
              <a:lnSpc>
                <a:spcPct val="90000"/>
              </a:lnSpc>
              <a:spcBef>
                <a:spcPts val="0"/>
              </a:spcBef>
              <a:spcAft>
                <a:spcPts val="0"/>
              </a:spcAft>
              <a:buNone/>
              <a:defRPr sz="1500">
                <a:solidFill>
                  <a:schemeClr val="accent5"/>
                </a:solidFill>
              </a:defRPr>
            </a:lvl4pPr>
            <a:lvl5pPr lvl="4" rtl="0">
              <a:lnSpc>
                <a:spcPct val="90000"/>
              </a:lnSpc>
              <a:spcBef>
                <a:spcPts val="0"/>
              </a:spcBef>
              <a:spcAft>
                <a:spcPts val="0"/>
              </a:spcAft>
              <a:buNone/>
              <a:defRPr sz="1500">
                <a:solidFill>
                  <a:schemeClr val="accent5"/>
                </a:solidFill>
              </a:defRPr>
            </a:lvl5pPr>
            <a:lvl6pPr lvl="5" rtl="0">
              <a:lnSpc>
                <a:spcPct val="90000"/>
              </a:lnSpc>
              <a:spcBef>
                <a:spcPts val="0"/>
              </a:spcBef>
              <a:spcAft>
                <a:spcPts val="0"/>
              </a:spcAft>
              <a:buNone/>
              <a:defRPr sz="1500">
                <a:solidFill>
                  <a:schemeClr val="accent5"/>
                </a:solidFill>
              </a:defRPr>
            </a:lvl6pPr>
            <a:lvl7pPr lvl="6" rtl="0">
              <a:lnSpc>
                <a:spcPct val="90000"/>
              </a:lnSpc>
              <a:spcBef>
                <a:spcPts val="0"/>
              </a:spcBef>
              <a:spcAft>
                <a:spcPts val="0"/>
              </a:spcAft>
              <a:buNone/>
              <a:defRPr sz="1500">
                <a:solidFill>
                  <a:schemeClr val="accent5"/>
                </a:solidFill>
              </a:defRPr>
            </a:lvl7pPr>
            <a:lvl8pPr lvl="7" rtl="0">
              <a:lnSpc>
                <a:spcPct val="90000"/>
              </a:lnSpc>
              <a:spcBef>
                <a:spcPts val="0"/>
              </a:spcBef>
              <a:spcAft>
                <a:spcPts val="0"/>
              </a:spcAft>
              <a:buNone/>
              <a:defRPr sz="1500">
                <a:solidFill>
                  <a:schemeClr val="accent5"/>
                </a:solidFill>
              </a:defRPr>
            </a:lvl8pPr>
            <a:lvl9pPr lvl="8" rtl="0">
              <a:lnSpc>
                <a:spcPct val="90000"/>
              </a:lnSpc>
              <a:spcBef>
                <a:spcPts val="0"/>
              </a:spcBef>
              <a:spcAft>
                <a:spcPts val="0"/>
              </a:spcAft>
              <a:buNone/>
              <a:defRPr sz="1500">
                <a:solidFill>
                  <a:schemeClr val="accent5"/>
                </a:solidFill>
              </a:defRPr>
            </a:lvl9pPr>
          </a:lstStyle>
          <a:p>
            <a:endParaRPr/>
          </a:p>
        </p:txBody>
      </p:sp>
      <p:sp>
        <p:nvSpPr>
          <p:cNvPr id="82" name="Google Shape;82;p14"/>
          <p:cNvSpPr txBox="1">
            <a:spLocks noGrp="1"/>
          </p:cNvSpPr>
          <p:nvPr>
            <p:ph type="subTitle" idx="2"/>
          </p:nvPr>
        </p:nvSpPr>
        <p:spPr>
          <a:xfrm>
            <a:off x="2548849" y="952725"/>
            <a:ext cx="1835700" cy="473100"/>
          </a:xfrm>
          <a:prstGeom prst="rect">
            <a:avLst/>
          </a:prstGeom>
        </p:spPr>
        <p:txBody>
          <a:bodyPr spcFirstLastPara="1" wrap="square" lIns="0" tIns="0" rIns="68575" bIns="0" anchor="b" anchorCtr="0">
            <a:noAutofit/>
          </a:bodyPr>
          <a:lstStyle>
            <a:lvl1pPr lvl="0" rtl="0">
              <a:lnSpc>
                <a:spcPct val="90000"/>
              </a:lnSpc>
              <a:spcBef>
                <a:spcPts val="0"/>
              </a:spcBef>
              <a:spcAft>
                <a:spcPts val="0"/>
              </a:spcAft>
              <a:buNone/>
              <a:defRPr sz="1500">
                <a:solidFill>
                  <a:schemeClr val="accent5"/>
                </a:solidFill>
              </a:defRPr>
            </a:lvl1pPr>
            <a:lvl2pPr lvl="1" rtl="0">
              <a:lnSpc>
                <a:spcPct val="90000"/>
              </a:lnSpc>
              <a:spcBef>
                <a:spcPts val="0"/>
              </a:spcBef>
              <a:spcAft>
                <a:spcPts val="0"/>
              </a:spcAft>
              <a:buNone/>
              <a:defRPr sz="1500">
                <a:solidFill>
                  <a:schemeClr val="accent5"/>
                </a:solidFill>
              </a:defRPr>
            </a:lvl2pPr>
            <a:lvl3pPr lvl="2" rtl="0">
              <a:lnSpc>
                <a:spcPct val="90000"/>
              </a:lnSpc>
              <a:spcBef>
                <a:spcPts val="0"/>
              </a:spcBef>
              <a:spcAft>
                <a:spcPts val="0"/>
              </a:spcAft>
              <a:buNone/>
              <a:defRPr sz="1500">
                <a:solidFill>
                  <a:schemeClr val="accent5"/>
                </a:solidFill>
              </a:defRPr>
            </a:lvl3pPr>
            <a:lvl4pPr lvl="3" rtl="0">
              <a:lnSpc>
                <a:spcPct val="90000"/>
              </a:lnSpc>
              <a:spcBef>
                <a:spcPts val="0"/>
              </a:spcBef>
              <a:spcAft>
                <a:spcPts val="0"/>
              </a:spcAft>
              <a:buNone/>
              <a:defRPr sz="1500">
                <a:solidFill>
                  <a:schemeClr val="accent5"/>
                </a:solidFill>
              </a:defRPr>
            </a:lvl4pPr>
            <a:lvl5pPr lvl="4" rtl="0">
              <a:lnSpc>
                <a:spcPct val="90000"/>
              </a:lnSpc>
              <a:spcBef>
                <a:spcPts val="0"/>
              </a:spcBef>
              <a:spcAft>
                <a:spcPts val="0"/>
              </a:spcAft>
              <a:buNone/>
              <a:defRPr sz="1500">
                <a:solidFill>
                  <a:schemeClr val="accent5"/>
                </a:solidFill>
              </a:defRPr>
            </a:lvl5pPr>
            <a:lvl6pPr lvl="5" rtl="0">
              <a:lnSpc>
                <a:spcPct val="90000"/>
              </a:lnSpc>
              <a:spcBef>
                <a:spcPts val="0"/>
              </a:spcBef>
              <a:spcAft>
                <a:spcPts val="0"/>
              </a:spcAft>
              <a:buNone/>
              <a:defRPr sz="1500">
                <a:solidFill>
                  <a:schemeClr val="accent5"/>
                </a:solidFill>
              </a:defRPr>
            </a:lvl6pPr>
            <a:lvl7pPr lvl="6" rtl="0">
              <a:lnSpc>
                <a:spcPct val="90000"/>
              </a:lnSpc>
              <a:spcBef>
                <a:spcPts val="0"/>
              </a:spcBef>
              <a:spcAft>
                <a:spcPts val="0"/>
              </a:spcAft>
              <a:buNone/>
              <a:defRPr sz="1500">
                <a:solidFill>
                  <a:schemeClr val="accent5"/>
                </a:solidFill>
              </a:defRPr>
            </a:lvl7pPr>
            <a:lvl8pPr lvl="7" rtl="0">
              <a:lnSpc>
                <a:spcPct val="90000"/>
              </a:lnSpc>
              <a:spcBef>
                <a:spcPts val="0"/>
              </a:spcBef>
              <a:spcAft>
                <a:spcPts val="0"/>
              </a:spcAft>
              <a:buNone/>
              <a:defRPr sz="1500">
                <a:solidFill>
                  <a:schemeClr val="accent5"/>
                </a:solidFill>
              </a:defRPr>
            </a:lvl8pPr>
            <a:lvl9pPr lvl="8" rtl="0">
              <a:lnSpc>
                <a:spcPct val="90000"/>
              </a:lnSpc>
              <a:spcBef>
                <a:spcPts val="0"/>
              </a:spcBef>
              <a:spcAft>
                <a:spcPts val="0"/>
              </a:spcAft>
              <a:buNone/>
              <a:defRPr sz="1500">
                <a:solidFill>
                  <a:schemeClr val="accent5"/>
                </a:solidFill>
              </a:defRPr>
            </a:lvl9pPr>
          </a:lstStyle>
          <a:p>
            <a:endParaRPr/>
          </a:p>
        </p:txBody>
      </p:sp>
      <p:sp>
        <p:nvSpPr>
          <p:cNvPr id="83" name="Google Shape;83;p14"/>
          <p:cNvSpPr txBox="1">
            <a:spLocks noGrp="1"/>
          </p:cNvSpPr>
          <p:nvPr>
            <p:ph type="subTitle" idx="3"/>
          </p:nvPr>
        </p:nvSpPr>
        <p:spPr>
          <a:xfrm>
            <a:off x="4751974" y="952725"/>
            <a:ext cx="1835700" cy="473100"/>
          </a:xfrm>
          <a:prstGeom prst="rect">
            <a:avLst/>
          </a:prstGeom>
        </p:spPr>
        <p:txBody>
          <a:bodyPr spcFirstLastPara="1" wrap="square" lIns="0" tIns="0" rIns="68575" bIns="0" anchor="b" anchorCtr="0">
            <a:noAutofit/>
          </a:bodyPr>
          <a:lstStyle>
            <a:lvl1pPr lvl="0" rtl="0">
              <a:lnSpc>
                <a:spcPct val="90000"/>
              </a:lnSpc>
              <a:spcBef>
                <a:spcPts val="0"/>
              </a:spcBef>
              <a:spcAft>
                <a:spcPts val="0"/>
              </a:spcAft>
              <a:buNone/>
              <a:defRPr sz="1500">
                <a:solidFill>
                  <a:schemeClr val="accent5"/>
                </a:solidFill>
              </a:defRPr>
            </a:lvl1pPr>
            <a:lvl2pPr lvl="1" rtl="0">
              <a:lnSpc>
                <a:spcPct val="90000"/>
              </a:lnSpc>
              <a:spcBef>
                <a:spcPts val="0"/>
              </a:spcBef>
              <a:spcAft>
                <a:spcPts val="0"/>
              </a:spcAft>
              <a:buNone/>
              <a:defRPr sz="1500">
                <a:solidFill>
                  <a:schemeClr val="accent5"/>
                </a:solidFill>
              </a:defRPr>
            </a:lvl2pPr>
            <a:lvl3pPr lvl="2" rtl="0">
              <a:lnSpc>
                <a:spcPct val="90000"/>
              </a:lnSpc>
              <a:spcBef>
                <a:spcPts val="0"/>
              </a:spcBef>
              <a:spcAft>
                <a:spcPts val="0"/>
              </a:spcAft>
              <a:buNone/>
              <a:defRPr sz="1500">
                <a:solidFill>
                  <a:schemeClr val="accent5"/>
                </a:solidFill>
              </a:defRPr>
            </a:lvl3pPr>
            <a:lvl4pPr lvl="3" rtl="0">
              <a:lnSpc>
                <a:spcPct val="90000"/>
              </a:lnSpc>
              <a:spcBef>
                <a:spcPts val="0"/>
              </a:spcBef>
              <a:spcAft>
                <a:spcPts val="0"/>
              </a:spcAft>
              <a:buNone/>
              <a:defRPr sz="1500">
                <a:solidFill>
                  <a:schemeClr val="accent5"/>
                </a:solidFill>
              </a:defRPr>
            </a:lvl4pPr>
            <a:lvl5pPr lvl="4" rtl="0">
              <a:lnSpc>
                <a:spcPct val="90000"/>
              </a:lnSpc>
              <a:spcBef>
                <a:spcPts val="0"/>
              </a:spcBef>
              <a:spcAft>
                <a:spcPts val="0"/>
              </a:spcAft>
              <a:buNone/>
              <a:defRPr sz="1500">
                <a:solidFill>
                  <a:schemeClr val="accent5"/>
                </a:solidFill>
              </a:defRPr>
            </a:lvl5pPr>
            <a:lvl6pPr lvl="5" rtl="0">
              <a:lnSpc>
                <a:spcPct val="90000"/>
              </a:lnSpc>
              <a:spcBef>
                <a:spcPts val="0"/>
              </a:spcBef>
              <a:spcAft>
                <a:spcPts val="0"/>
              </a:spcAft>
              <a:buNone/>
              <a:defRPr sz="1500">
                <a:solidFill>
                  <a:schemeClr val="accent5"/>
                </a:solidFill>
              </a:defRPr>
            </a:lvl6pPr>
            <a:lvl7pPr lvl="6" rtl="0">
              <a:lnSpc>
                <a:spcPct val="90000"/>
              </a:lnSpc>
              <a:spcBef>
                <a:spcPts val="0"/>
              </a:spcBef>
              <a:spcAft>
                <a:spcPts val="0"/>
              </a:spcAft>
              <a:buNone/>
              <a:defRPr sz="1500">
                <a:solidFill>
                  <a:schemeClr val="accent5"/>
                </a:solidFill>
              </a:defRPr>
            </a:lvl7pPr>
            <a:lvl8pPr lvl="7" rtl="0">
              <a:lnSpc>
                <a:spcPct val="90000"/>
              </a:lnSpc>
              <a:spcBef>
                <a:spcPts val="0"/>
              </a:spcBef>
              <a:spcAft>
                <a:spcPts val="0"/>
              </a:spcAft>
              <a:buNone/>
              <a:defRPr sz="1500">
                <a:solidFill>
                  <a:schemeClr val="accent5"/>
                </a:solidFill>
              </a:defRPr>
            </a:lvl8pPr>
            <a:lvl9pPr lvl="8" rtl="0">
              <a:lnSpc>
                <a:spcPct val="90000"/>
              </a:lnSpc>
              <a:spcBef>
                <a:spcPts val="0"/>
              </a:spcBef>
              <a:spcAft>
                <a:spcPts val="0"/>
              </a:spcAft>
              <a:buNone/>
              <a:defRPr sz="1500">
                <a:solidFill>
                  <a:schemeClr val="accent5"/>
                </a:solidFill>
              </a:defRPr>
            </a:lvl9pPr>
          </a:lstStyle>
          <a:p>
            <a:endParaRPr/>
          </a:p>
        </p:txBody>
      </p:sp>
      <p:sp>
        <p:nvSpPr>
          <p:cNvPr id="84" name="Google Shape;84;p14"/>
          <p:cNvSpPr txBox="1">
            <a:spLocks noGrp="1"/>
          </p:cNvSpPr>
          <p:nvPr>
            <p:ph type="subTitle" idx="4"/>
          </p:nvPr>
        </p:nvSpPr>
        <p:spPr>
          <a:xfrm>
            <a:off x="6955099" y="952725"/>
            <a:ext cx="1835700" cy="473100"/>
          </a:xfrm>
          <a:prstGeom prst="rect">
            <a:avLst/>
          </a:prstGeom>
        </p:spPr>
        <p:txBody>
          <a:bodyPr spcFirstLastPara="1" wrap="square" lIns="0" tIns="0" rIns="68575" bIns="0" anchor="b" anchorCtr="0">
            <a:noAutofit/>
          </a:bodyPr>
          <a:lstStyle>
            <a:lvl1pPr lvl="0" rtl="0">
              <a:lnSpc>
                <a:spcPct val="90000"/>
              </a:lnSpc>
              <a:spcBef>
                <a:spcPts val="0"/>
              </a:spcBef>
              <a:spcAft>
                <a:spcPts val="0"/>
              </a:spcAft>
              <a:buNone/>
              <a:defRPr sz="1500">
                <a:solidFill>
                  <a:schemeClr val="accent5"/>
                </a:solidFill>
              </a:defRPr>
            </a:lvl1pPr>
            <a:lvl2pPr lvl="1" rtl="0">
              <a:lnSpc>
                <a:spcPct val="90000"/>
              </a:lnSpc>
              <a:spcBef>
                <a:spcPts val="0"/>
              </a:spcBef>
              <a:spcAft>
                <a:spcPts val="0"/>
              </a:spcAft>
              <a:buNone/>
              <a:defRPr sz="1500">
                <a:solidFill>
                  <a:schemeClr val="accent5"/>
                </a:solidFill>
              </a:defRPr>
            </a:lvl2pPr>
            <a:lvl3pPr lvl="2" rtl="0">
              <a:lnSpc>
                <a:spcPct val="90000"/>
              </a:lnSpc>
              <a:spcBef>
                <a:spcPts val="0"/>
              </a:spcBef>
              <a:spcAft>
                <a:spcPts val="0"/>
              </a:spcAft>
              <a:buNone/>
              <a:defRPr sz="1500">
                <a:solidFill>
                  <a:schemeClr val="accent5"/>
                </a:solidFill>
              </a:defRPr>
            </a:lvl3pPr>
            <a:lvl4pPr lvl="3" rtl="0">
              <a:lnSpc>
                <a:spcPct val="90000"/>
              </a:lnSpc>
              <a:spcBef>
                <a:spcPts val="0"/>
              </a:spcBef>
              <a:spcAft>
                <a:spcPts val="0"/>
              </a:spcAft>
              <a:buNone/>
              <a:defRPr sz="1500">
                <a:solidFill>
                  <a:schemeClr val="accent5"/>
                </a:solidFill>
              </a:defRPr>
            </a:lvl4pPr>
            <a:lvl5pPr lvl="4" rtl="0">
              <a:lnSpc>
                <a:spcPct val="90000"/>
              </a:lnSpc>
              <a:spcBef>
                <a:spcPts val="0"/>
              </a:spcBef>
              <a:spcAft>
                <a:spcPts val="0"/>
              </a:spcAft>
              <a:buNone/>
              <a:defRPr sz="1500">
                <a:solidFill>
                  <a:schemeClr val="accent5"/>
                </a:solidFill>
              </a:defRPr>
            </a:lvl5pPr>
            <a:lvl6pPr lvl="5" rtl="0">
              <a:lnSpc>
                <a:spcPct val="90000"/>
              </a:lnSpc>
              <a:spcBef>
                <a:spcPts val="0"/>
              </a:spcBef>
              <a:spcAft>
                <a:spcPts val="0"/>
              </a:spcAft>
              <a:buNone/>
              <a:defRPr sz="1500">
                <a:solidFill>
                  <a:schemeClr val="accent5"/>
                </a:solidFill>
              </a:defRPr>
            </a:lvl6pPr>
            <a:lvl7pPr lvl="6" rtl="0">
              <a:lnSpc>
                <a:spcPct val="90000"/>
              </a:lnSpc>
              <a:spcBef>
                <a:spcPts val="0"/>
              </a:spcBef>
              <a:spcAft>
                <a:spcPts val="0"/>
              </a:spcAft>
              <a:buNone/>
              <a:defRPr sz="1500">
                <a:solidFill>
                  <a:schemeClr val="accent5"/>
                </a:solidFill>
              </a:defRPr>
            </a:lvl7pPr>
            <a:lvl8pPr lvl="7" rtl="0">
              <a:lnSpc>
                <a:spcPct val="90000"/>
              </a:lnSpc>
              <a:spcBef>
                <a:spcPts val="0"/>
              </a:spcBef>
              <a:spcAft>
                <a:spcPts val="0"/>
              </a:spcAft>
              <a:buNone/>
              <a:defRPr sz="1500">
                <a:solidFill>
                  <a:schemeClr val="accent5"/>
                </a:solidFill>
              </a:defRPr>
            </a:lvl8pPr>
            <a:lvl9pPr lvl="8" rtl="0">
              <a:lnSpc>
                <a:spcPct val="90000"/>
              </a:lnSpc>
              <a:spcBef>
                <a:spcPts val="0"/>
              </a:spcBef>
              <a:spcAft>
                <a:spcPts val="0"/>
              </a:spcAft>
              <a:buNone/>
              <a:defRPr sz="1500">
                <a:solidFill>
                  <a:schemeClr val="accent5"/>
                </a:solidFill>
              </a:defRPr>
            </a:lvl9pPr>
          </a:lstStyle>
          <a:p>
            <a:endParaRPr/>
          </a:p>
        </p:txBody>
      </p:sp>
      <p:sp>
        <p:nvSpPr>
          <p:cNvPr id="85" name="Google Shape;85;p14"/>
          <p:cNvSpPr txBox="1">
            <a:spLocks noGrp="1"/>
          </p:cNvSpPr>
          <p:nvPr>
            <p:ph type="body" idx="5"/>
          </p:nvPr>
        </p:nvSpPr>
        <p:spPr>
          <a:xfrm>
            <a:off x="350131" y="1603685"/>
            <a:ext cx="1596300" cy="2339700"/>
          </a:xfrm>
          <a:prstGeom prst="rect">
            <a:avLst/>
          </a:prstGeom>
          <a:noFill/>
          <a:ln>
            <a:noFill/>
          </a:ln>
        </p:spPr>
        <p:txBody>
          <a:bodyPr spcFirstLastPara="1" wrap="square" lIns="0" tIns="34275" rIns="0" bIns="34275" anchor="t" anchorCtr="0">
            <a:noAutofit/>
          </a:bodyPr>
          <a:lstStyle>
            <a:lvl1pPr marL="457200" lvl="0" indent="-317500" algn="l" rtl="0">
              <a:lnSpc>
                <a:spcPct val="90000"/>
              </a:lnSpc>
              <a:spcBef>
                <a:spcPts val="800"/>
              </a:spcBef>
              <a:spcAft>
                <a:spcPts val="0"/>
              </a:spcAft>
              <a:buClr>
                <a:schemeClr val="lt1"/>
              </a:buClr>
              <a:buSzPts val="1400"/>
              <a:buFont typeface="Barlow"/>
              <a:buChar char="▪"/>
              <a:defRPr sz="1400">
                <a:solidFill>
                  <a:schemeClr val="lt1"/>
                </a:solidFill>
              </a:defRPr>
            </a:lvl1pPr>
            <a:lvl2pPr marL="914400" lvl="1" indent="-304800" algn="l" rtl="0">
              <a:lnSpc>
                <a:spcPct val="90000"/>
              </a:lnSpc>
              <a:spcBef>
                <a:spcPts val="400"/>
              </a:spcBef>
              <a:spcAft>
                <a:spcPts val="0"/>
              </a:spcAft>
              <a:buClr>
                <a:schemeClr val="lt1"/>
              </a:buClr>
              <a:buSzPts val="1200"/>
              <a:buFont typeface="Barlow"/>
              <a:buChar char="▪"/>
              <a:defRPr sz="1200">
                <a:solidFill>
                  <a:schemeClr val="lt1"/>
                </a:solidFill>
              </a:defRPr>
            </a:lvl2pPr>
            <a:lvl3pPr marL="1371600" lvl="2" indent="-298450" algn="l" rtl="0">
              <a:lnSpc>
                <a:spcPct val="90000"/>
              </a:lnSpc>
              <a:spcBef>
                <a:spcPts val="400"/>
              </a:spcBef>
              <a:spcAft>
                <a:spcPts val="0"/>
              </a:spcAft>
              <a:buClr>
                <a:schemeClr val="lt1"/>
              </a:buClr>
              <a:buSzPts val="1100"/>
              <a:buFont typeface="Barlow"/>
              <a:buChar char="▪"/>
              <a:defRPr sz="1100">
                <a:solidFill>
                  <a:schemeClr val="lt1"/>
                </a:solidFill>
              </a:defRPr>
            </a:lvl3pPr>
            <a:lvl4pPr marL="1828800" lvl="3" indent="-285750" algn="l" rtl="0">
              <a:lnSpc>
                <a:spcPct val="90000"/>
              </a:lnSpc>
              <a:spcBef>
                <a:spcPts val="400"/>
              </a:spcBef>
              <a:spcAft>
                <a:spcPts val="0"/>
              </a:spcAft>
              <a:buClr>
                <a:schemeClr val="lt1"/>
              </a:buClr>
              <a:buSzPts val="900"/>
              <a:buChar char="▪"/>
              <a:defRPr sz="900">
                <a:solidFill>
                  <a:schemeClr val="lt1"/>
                </a:solidFill>
              </a:defRPr>
            </a:lvl4pPr>
            <a:lvl5pPr marL="2286000" lvl="4" indent="-266700" algn="l" rtl="0">
              <a:lnSpc>
                <a:spcPct val="90000"/>
              </a:lnSpc>
              <a:spcBef>
                <a:spcPts val="400"/>
              </a:spcBef>
              <a:spcAft>
                <a:spcPts val="0"/>
              </a:spcAft>
              <a:buClr>
                <a:schemeClr val="lt1"/>
              </a:buClr>
              <a:buSzPts val="600"/>
              <a:buChar char="▪"/>
              <a:defRPr sz="600">
                <a:solidFill>
                  <a:schemeClr val="lt1"/>
                </a:solidFill>
              </a:defRPr>
            </a:lvl5pPr>
            <a:lvl6pPr marL="2743200" lvl="5" indent="-266700" algn="l" rtl="0">
              <a:lnSpc>
                <a:spcPct val="90000"/>
              </a:lnSpc>
              <a:spcBef>
                <a:spcPts val="400"/>
              </a:spcBef>
              <a:spcAft>
                <a:spcPts val="0"/>
              </a:spcAft>
              <a:buClr>
                <a:schemeClr val="lt1"/>
              </a:buClr>
              <a:buSzPts val="600"/>
              <a:buChar char="▪"/>
              <a:defRPr sz="600">
                <a:solidFill>
                  <a:schemeClr val="lt1"/>
                </a:solidFill>
              </a:defRPr>
            </a:lvl6pPr>
            <a:lvl7pPr marL="3200400" lvl="6" indent="-266700" algn="l" rtl="0">
              <a:lnSpc>
                <a:spcPct val="90000"/>
              </a:lnSpc>
              <a:spcBef>
                <a:spcPts val="400"/>
              </a:spcBef>
              <a:spcAft>
                <a:spcPts val="0"/>
              </a:spcAft>
              <a:buClr>
                <a:schemeClr val="lt1"/>
              </a:buClr>
              <a:buSzPts val="600"/>
              <a:buChar char="▪"/>
              <a:defRPr sz="600">
                <a:solidFill>
                  <a:schemeClr val="lt1"/>
                </a:solidFill>
              </a:defRPr>
            </a:lvl7pPr>
            <a:lvl8pPr marL="3657600" lvl="7" indent="-266700" algn="l" rtl="0">
              <a:lnSpc>
                <a:spcPct val="90000"/>
              </a:lnSpc>
              <a:spcBef>
                <a:spcPts val="400"/>
              </a:spcBef>
              <a:spcAft>
                <a:spcPts val="0"/>
              </a:spcAft>
              <a:buClr>
                <a:schemeClr val="lt1"/>
              </a:buClr>
              <a:buSzPts val="600"/>
              <a:buChar char="▪"/>
              <a:defRPr sz="600">
                <a:solidFill>
                  <a:schemeClr val="lt1"/>
                </a:solidFill>
              </a:defRPr>
            </a:lvl8pPr>
            <a:lvl9pPr marL="4114800" lvl="8" indent="-266700" algn="l" rtl="0">
              <a:lnSpc>
                <a:spcPct val="90000"/>
              </a:lnSpc>
              <a:spcBef>
                <a:spcPts val="400"/>
              </a:spcBef>
              <a:spcAft>
                <a:spcPts val="0"/>
              </a:spcAft>
              <a:buClr>
                <a:schemeClr val="lt1"/>
              </a:buClr>
              <a:buSzPts val="600"/>
              <a:buChar char="▪"/>
              <a:defRPr sz="600">
                <a:solidFill>
                  <a:schemeClr val="lt1"/>
                </a:solidFill>
              </a:defRPr>
            </a:lvl9pPr>
          </a:lstStyle>
          <a:p>
            <a:endParaRPr/>
          </a:p>
        </p:txBody>
      </p:sp>
      <p:sp>
        <p:nvSpPr>
          <p:cNvPr id="86" name="Google Shape;86;p14"/>
          <p:cNvSpPr txBox="1">
            <a:spLocks noGrp="1"/>
          </p:cNvSpPr>
          <p:nvPr>
            <p:ph type="body" idx="6"/>
          </p:nvPr>
        </p:nvSpPr>
        <p:spPr>
          <a:xfrm>
            <a:off x="2554737" y="1604901"/>
            <a:ext cx="1596300" cy="2338800"/>
          </a:xfrm>
          <a:prstGeom prst="rect">
            <a:avLst/>
          </a:prstGeom>
          <a:noFill/>
          <a:ln>
            <a:noFill/>
          </a:ln>
        </p:spPr>
        <p:txBody>
          <a:bodyPr spcFirstLastPara="1" wrap="square" lIns="0" tIns="34275" rIns="0" bIns="34275" anchor="t" anchorCtr="0">
            <a:noAutofit/>
          </a:bodyPr>
          <a:lstStyle>
            <a:lvl1pPr marL="457200" lvl="0" indent="-317500" algn="l" rtl="0">
              <a:lnSpc>
                <a:spcPct val="90000"/>
              </a:lnSpc>
              <a:spcBef>
                <a:spcPts val="800"/>
              </a:spcBef>
              <a:spcAft>
                <a:spcPts val="0"/>
              </a:spcAft>
              <a:buClr>
                <a:schemeClr val="lt1"/>
              </a:buClr>
              <a:buSzPts val="1400"/>
              <a:buFont typeface="Barlow"/>
              <a:buChar char="▪"/>
              <a:defRPr sz="1400">
                <a:solidFill>
                  <a:schemeClr val="lt1"/>
                </a:solidFill>
              </a:defRPr>
            </a:lvl1pPr>
            <a:lvl2pPr marL="914400" lvl="1" indent="-304800" algn="l" rtl="0">
              <a:lnSpc>
                <a:spcPct val="90000"/>
              </a:lnSpc>
              <a:spcBef>
                <a:spcPts val="400"/>
              </a:spcBef>
              <a:spcAft>
                <a:spcPts val="0"/>
              </a:spcAft>
              <a:buClr>
                <a:schemeClr val="lt1"/>
              </a:buClr>
              <a:buSzPts val="1200"/>
              <a:buFont typeface="Barlow"/>
              <a:buChar char="▪"/>
              <a:defRPr sz="1200">
                <a:solidFill>
                  <a:schemeClr val="lt1"/>
                </a:solidFill>
              </a:defRPr>
            </a:lvl2pPr>
            <a:lvl3pPr marL="1371600" lvl="2" indent="-298450" algn="l" rtl="0">
              <a:lnSpc>
                <a:spcPct val="90000"/>
              </a:lnSpc>
              <a:spcBef>
                <a:spcPts val="400"/>
              </a:spcBef>
              <a:spcAft>
                <a:spcPts val="0"/>
              </a:spcAft>
              <a:buClr>
                <a:schemeClr val="lt1"/>
              </a:buClr>
              <a:buSzPts val="1100"/>
              <a:buFont typeface="Barlow"/>
              <a:buChar char="▪"/>
              <a:defRPr sz="1100">
                <a:solidFill>
                  <a:schemeClr val="lt1"/>
                </a:solidFill>
              </a:defRPr>
            </a:lvl3pPr>
            <a:lvl4pPr marL="1828800" lvl="3" indent="-285750" algn="l" rtl="0">
              <a:lnSpc>
                <a:spcPct val="90000"/>
              </a:lnSpc>
              <a:spcBef>
                <a:spcPts val="400"/>
              </a:spcBef>
              <a:spcAft>
                <a:spcPts val="0"/>
              </a:spcAft>
              <a:buClr>
                <a:schemeClr val="lt1"/>
              </a:buClr>
              <a:buSzPts val="900"/>
              <a:buChar char="▪"/>
              <a:defRPr sz="900">
                <a:solidFill>
                  <a:schemeClr val="lt1"/>
                </a:solidFill>
              </a:defRPr>
            </a:lvl4pPr>
            <a:lvl5pPr marL="2286000" lvl="4" indent="-266700" algn="l" rtl="0">
              <a:lnSpc>
                <a:spcPct val="90000"/>
              </a:lnSpc>
              <a:spcBef>
                <a:spcPts val="400"/>
              </a:spcBef>
              <a:spcAft>
                <a:spcPts val="0"/>
              </a:spcAft>
              <a:buClr>
                <a:schemeClr val="lt1"/>
              </a:buClr>
              <a:buSzPts val="600"/>
              <a:buChar char="▪"/>
              <a:defRPr sz="600">
                <a:solidFill>
                  <a:schemeClr val="lt1"/>
                </a:solidFill>
              </a:defRPr>
            </a:lvl5pPr>
            <a:lvl6pPr marL="2743200" lvl="5" indent="-266700" algn="l" rtl="0">
              <a:lnSpc>
                <a:spcPct val="90000"/>
              </a:lnSpc>
              <a:spcBef>
                <a:spcPts val="400"/>
              </a:spcBef>
              <a:spcAft>
                <a:spcPts val="0"/>
              </a:spcAft>
              <a:buClr>
                <a:schemeClr val="lt1"/>
              </a:buClr>
              <a:buSzPts val="600"/>
              <a:buChar char="▪"/>
              <a:defRPr sz="600">
                <a:solidFill>
                  <a:schemeClr val="lt1"/>
                </a:solidFill>
              </a:defRPr>
            </a:lvl6pPr>
            <a:lvl7pPr marL="3200400" lvl="6" indent="-266700" algn="l" rtl="0">
              <a:lnSpc>
                <a:spcPct val="90000"/>
              </a:lnSpc>
              <a:spcBef>
                <a:spcPts val="400"/>
              </a:spcBef>
              <a:spcAft>
                <a:spcPts val="0"/>
              </a:spcAft>
              <a:buClr>
                <a:schemeClr val="lt1"/>
              </a:buClr>
              <a:buSzPts val="600"/>
              <a:buChar char="▪"/>
              <a:defRPr sz="600">
                <a:solidFill>
                  <a:schemeClr val="lt1"/>
                </a:solidFill>
              </a:defRPr>
            </a:lvl7pPr>
            <a:lvl8pPr marL="3657600" lvl="7" indent="-266700" algn="l" rtl="0">
              <a:lnSpc>
                <a:spcPct val="90000"/>
              </a:lnSpc>
              <a:spcBef>
                <a:spcPts val="400"/>
              </a:spcBef>
              <a:spcAft>
                <a:spcPts val="0"/>
              </a:spcAft>
              <a:buClr>
                <a:schemeClr val="lt1"/>
              </a:buClr>
              <a:buSzPts val="600"/>
              <a:buChar char="▪"/>
              <a:defRPr sz="600">
                <a:solidFill>
                  <a:schemeClr val="lt1"/>
                </a:solidFill>
              </a:defRPr>
            </a:lvl8pPr>
            <a:lvl9pPr marL="4114800" lvl="8" indent="-266700" algn="l" rtl="0">
              <a:lnSpc>
                <a:spcPct val="90000"/>
              </a:lnSpc>
              <a:spcBef>
                <a:spcPts val="400"/>
              </a:spcBef>
              <a:spcAft>
                <a:spcPts val="0"/>
              </a:spcAft>
              <a:buClr>
                <a:schemeClr val="lt1"/>
              </a:buClr>
              <a:buSzPts val="600"/>
              <a:buChar char="▪"/>
              <a:defRPr sz="600">
                <a:solidFill>
                  <a:schemeClr val="lt1"/>
                </a:solidFill>
              </a:defRPr>
            </a:lvl9pPr>
          </a:lstStyle>
          <a:p>
            <a:endParaRPr/>
          </a:p>
        </p:txBody>
      </p:sp>
      <p:sp>
        <p:nvSpPr>
          <p:cNvPr id="87" name="Google Shape;87;p14"/>
          <p:cNvSpPr txBox="1">
            <a:spLocks noGrp="1"/>
          </p:cNvSpPr>
          <p:nvPr>
            <p:ph type="body" idx="7"/>
          </p:nvPr>
        </p:nvSpPr>
        <p:spPr>
          <a:xfrm>
            <a:off x="4759343" y="1578426"/>
            <a:ext cx="1596300" cy="2338800"/>
          </a:xfrm>
          <a:prstGeom prst="rect">
            <a:avLst/>
          </a:prstGeom>
          <a:noFill/>
          <a:ln>
            <a:noFill/>
          </a:ln>
        </p:spPr>
        <p:txBody>
          <a:bodyPr spcFirstLastPara="1" wrap="square" lIns="0" tIns="34275" rIns="0" bIns="34275" anchor="t" anchorCtr="0">
            <a:noAutofit/>
          </a:bodyPr>
          <a:lstStyle>
            <a:lvl1pPr marL="457200" lvl="0" indent="-317500" algn="l" rtl="0">
              <a:lnSpc>
                <a:spcPct val="90000"/>
              </a:lnSpc>
              <a:spcBef>
                <a:spcPts val="800"/>
              </a:spcBef>
              <a:spcAft>
                <a:spcPts val="0"/>
              </a:spcAft>
              <a:buClr>
                <a:schemeClr val="lt1"/>
              </a:buClr>
              <a:buSzPts val="1400"/>
              <a:buFont typeface="Barlow"/>
              <a:buChar char="▪"/>
              <a:defRPr sz="1400">
                <a:solidFill>
                  <a:schemeClr val="lt1"/>
                </a:solidFill>
              </a:defRPr>
            </a:lvl1pPr>
            <a:lvl2pPr marL="914400" lvl="1" indent="-304800" algn="l" rtl="0">
              <a:lnSpc>
                <a:spcPct val="90000"/>
              </a:lnSpc>
              <a:spcBef>
                <a:spcPts val="400"/>
              </a:spcBef>
              <a:spcAft>
                <a:spcPts val="0"/>
              </a:spcAft>
              <a:buClr>
                <a:schemeClr val="lt1"/>
              </a:buClr>
              <a:buSzPts val="1200"/>
              <a:buFont typeface="Barlow"/>
              <a:buChar char="▪"/>
              <a:defRPr sz="1200">
                <a:solidFill>
                  <a:schemeClr val="lt1"/>
                </a:solidFill>
              </a:defRPr>
            </a:lvl2pPr>
            <a:lvl3pPr marL="1371600" lvl="2" indent="-298450" algn="l" rtl="0">
              <a:lnSpc>
                <a:spcPct val="90000"/>
              </a:lnSpc>
              <a:spcBef>
                <a:spcPts val="400"/>
              </a:spcBef>
              <a:spcAft>
                <a:spcPts val="0"/>
              </a:spcAft>
              <a:buClr>
                <a:schemeClr val="lt1"/>
              </a:buClr>
              <a:buSzPts val="1100"/>
              <a:buFont typeface="Barlow"/>
              <a:buChar char="▪"/>
              <a:defRPr sz="1100">
                <a:solidFill>
                  <a:schemeClr val="lt1"/>
                </a:solidFill>
              </a:defRPr>
            </a:lvl3pPr>
            <a:lvl4pPr marL="1828800" lvl="3" indent="-285750" algn="l" rtl="0">
              <a:lnSpc>
                <a:spcPct val="90000"/>
              </a:lnSpc>
              <a:spcBef>
                <a:spcPts val="400"/>
              </a:spcBef>
              <a:spcAft>
                <a:spcPts val="0"/>
              </a:spcAft>
              <a:buClr>
                <a:schemeClr val="lt1"/>
              </a:buClr>
              <a:buSzPts val="900"/>
              <a:buChar char="▪"/>
              <a:defRPr sz="900">
                <a:solidFill>
                  <a:schemeClr val="lt1"/>
                </a:solidFill>
              </a:defRPr>
            </a:lvl4pPr>
            <a:lvl5pPr marL="2286000" lvl="4" indent="-266700" algn="l" rtl="0">
              <a:lnSpc>
                <a:spcPct val="90000"/>
              </a:lnSpc>
              <a:spcBef>
                <a:spcPts val="400"/>
              </a:spcBef>
              <a:spcAft>
                <a:spcPts val="0"/>
              </a:spcAft>
              <a:buClr>
                <a:schemeClr val="lt1"/>
              </a:buClr>
              <a:buSzPts val="600"/>
              <a:buChar char="▪"/>
              <a:defRPr sz="600">
                <a:solidFill>
                  <a:schemeClr val="lt1"/>
                </a:solidFill>
              </a:defRPr>
            </a:lvl5pPr>
            <a:lvl6pPr marL="2743200" lvl="5" indent="-266700" algn="l" rtl="0">
              <a:lnSpc>
                <a:spcPct val="90000"/>
              </a:lnSpc>
              <a:spcBef>
                <a:spcPts val="400"/>
              </a:spcBef>
              <a:spcAft>
                <a:spcPts val="0"/>
              </a:spcAft>
              <a:buClr>
                <a:schemeClr val="lt1"/>
              </a:buClr>
              <a:buSzPts val="600"/>
              <a:buChar char="▪"/>
              <a:defRPr sz="600">
                <a:solidFill>
                  <a:schemeClr val="lt1"/>
                </a:solidFill>
              </a:defRPr>
            </a:lvl6pPr>
            <a:lvl7pPr marL="3200400" lvl="6" indent="-266700" algn="l" rtl="0">
              <a:lnSpc>
                <a:spcPct val="90000"/>
              </a:lnSpc>
              <a:spcBef>
                <a:spcPts val="400"/>
              </a:spcBef>
              <a:spcAft>
                <a:spcPts val="0"/>
              </a:spcAft>
              <a:buClr>
                <a:schemeClr val="lt1"/>
              </a:buClr>
              <a:buSzPts val="600"/>
              <a:buChar char="▪"/>
              <a:defRPr sz="600">
                <a:solidFill>
                  <a:schemeClr val="lt1"/>
                </a:solidFill>
              </a:defRPr>
            </a:lvl7pPr>
            <a:lvl8pPr marL="3657600" lvl="7" indent="-266700" algn="l" rtl="0">
              <a:lnSpc>
                <a:spcPct val="90000"/>
              </a:lnSpc>
              <a:spcBef>
                <a:spcPts val="400"/>
              </a:spcBef>
              <a:spcAft>
                <a:spcPts val="0"/>
              </a:spcAft>
              <a:buClr>
                <a:schemeClr val="lt1"/>
              </a:buClr>
              <a:buSzPts val="600"/>
              <a:buChar char="▪"/>
              <a:defRPr sz="600">
                <a:solidFill>
                  <a:schemeClr val="lt1"/>
                </a:solidFill>
              </a:defRPr>
            </a:lvl8pPr>
            <a:lvl9pPr marL="4114800" lvl="8" indent="-266700" algn="l" rtl="0">
              <a:lnSpc>
                <a:spcPct val="90000"/>
              </a:lnSpc>
              <a:spcBef>
                <a:spcPts val="400"/>
              </a:spcBef>
              <a:spcAft>
                <a:spcPts val="0"/>
              </a:spcAft>
              <a:buClr>
                <a:schemeClr val="lt1"/>
              </a:buClr>
              <a:buSzPts val="600"/>
              <a:buChar char="▪"/>
              <a:defRPr sz="600">
                <a:solidFill>
                  <a:schemeClr val="lt1"/>
                </a:solidFill>
              </a:defRPr>
            </a:lvl9pPr>
          </a:lstStyle>
          <a:p>
            <a:endParaRPr/>
          </a:p>
        </p:txBody>
      </p:sp>
      <p:sp>
        <p:nvSpPr>
          <p:cNvPr id="88" name="Google Shape;88;p14"/>
          <p:cNvSpPr txBox="1">
            <a:spLocks noGrp="1"/>
          </p:cNvSpPr>
          <p:nvPr>
            <p:ph type="body" idx="8"/>
          </p:nvPr>
        </p:nvSpPr>
        <p:spPr>
          <a:xfrm>
            <a:off x="6963949" y="1578426"/>
            <a:ext cx="1596300" cy="2338800"/>
          </a:xfrm>
          <a:prstGeom prst="rect">
            <a:avLst/>
          </a:prstGeom>
          <a:noFill/>
          <a:ln>
            <a:noFill/>
          </a:ln>
        </p:spPr>
        <p:txBody>
          <a:bodyPr spcFirstLastPara="1" wrap="square" lIns="0" tIns="34275" rIns="0" bIns="34275" anchor="t" anchorCtr="0">
            <a:noAutofit/>
          </a:bodyPr>
          <a:lstStyle>
            <a:lvl1pPr marL="457200" lvl="0" indent="-317500" algn="l" rtl="0">
              <a:lnSpc>
                <a:spcPct val="90000"/>
              </a:lnSpc>
              <a:spcBef>
                <a:spcPts val="800"/>
              </a:spcBef>
              <a:spcAft>
                <a:spcPts val="0"/>
              </a:spcAft>
              <a:buClr>
                <a:schemeClr val="lt1"/>
              </a:buClr>
              <a:buSzPts val="1400"/>
              <a:buFont typeface="Barlow"/>
              <a:buChar char="▪"/>
              <a:defRPr sz="1400">
                <a:solidFill>
                  <a:schemeClr val="lt1"/>
                </a:solidFill>
              </a:defRPr>
            </a:lvl1pPr>
            <a:lvl2pPr marL="914400" lvl="1" indent="-304800" algn="l" rtl="0">
              <a:lnSpc>
                <a:spcPct val="90000"/>
              </a:lnSpc>
              <a:spcBef>
                <a:spcPts val="400"/>
              </a:spcBef>
              <a:spcAft>
                <a:spcPts val="0"/>
              </a:spcAft>
              <a:buClr>
                <a:schemeClr val="lt1"/>
              </a:buClr>
              <a:buSzPts val="1200"/>
              <a:buFont typeface="Barlow"/>
              <a:buChar char="▪"/>
              <a:defRPr sz="1200">
                <a:solidFill>
                  <a:schemeClr val="lt1"/>
                </a:solidFill>
              </a:defRPr>
            </a:lvl2pPr>
            <a:lvl3pPr marL="1371600" lvl="2" indent="-298450" algn="l" rtl="0">
              <a:lnSpc>
                <a:spcPct val="90000"/>
              </a:lnSpc>
              <a:spcBef>
                <a:spcPts val="400"/>
              </a:spcBef>
              <a:spcAft>
                <a:spcPts val="0"/>
              </a:spcAft>
              <a:buClr>
                <a:schemeClr val="lt1"/>
              </a:buClr>
              <a:buSzPts val="1100"/>
              <a:buFont typeface="Barlow"/>
              <a:buChar char="▪"/>
              <a:defRPr sz="1100">
                <a:solidFill>
                  <a:schemeClr val="lt1"/>
                </a:solidFill>
              </a:defRPr>
            </a:lvl3pPr>
            <a:lvl4pPr marL="1828800" lvl="3" indent="-285750" algn="l" rtl="0">
              <a:lnSpc>
                <a:spcPct val="90000"/>
              </a:lnSpc>
              <a:spcBef>
                <a:spcPts val="400"/>
              </a:spcBef>
              <a:spcAft>
                <a:spcPts val="0"/>
              </a:spcAft>
              <a:buClr>
                <a:schemeClr val="lt1"/>
              </a:buClr>
              <a:buSzPts val="900"/>
              <a:buChar char="▪"/>
              <a:defRPr sz="900">
                <a:solidFill>
                  <a:schemeClr val="lt1"/>
                </a:solidFill>
              </a:defRPr>
            </a:lvl4pPr>
            <a:lvl5pPr marL="2286000" lvl="4" indent="-266700" algn="l" rtl="0">
              <a:lnSpc>
                <a:spcPct val="90000"/>
              </a:lnSpc>
              <a:spcBef>
                <a:spcPts val="400"/>
              </a:spcBef>
              <a:spcAft>
                <a:spcPts val="0"/>
              </a:spcAft>
              <a:buClr>
                <a:schemeClr val="lt1"/>
              </a:buClr>
              <a:buSzPts val="600"/>
              <a:buChar char="▪"/>
              <a:defRPr sz="600">
                <a:solidFill>
                  <a:schemeClr val="lt1"/>
                </a:solidFill>
              </a:defRPr>
            </a:lvl5pPr>
            <a:lvl6pPr marL="2743200" lvl="5" indent="-266700" algn="l" rtl="0">
              <a:lnSpc>
                <a:spcPct val="90000"/>
              </a:lnSpc>
              <a:spcBef>
                <a:spcPts val="400"/>
              </a:spcBef>
              <a:spcAft>
                <a:spcPts val="0"/>
              </a:spcAft>
              <a:buClr>
                <a:schemeClr val="lt1"/>
              </a:buClr>
              <a:buSzPts val="600"/>
              <a:buChar char="▪"/>
              <a:defRPr sz="600">
                <a:solidFill>
                  <a:schemeClr val="lt1"/>
                </a:solidFill>
              </a:defRPr>
            </a:lvl6pPr>
            <a:lvl7pPr marL="3200400" lvl="6" indent="-266700" algn="l" rtl="0">
              <a:lnSpc>
                <a:spcPct val="90000"/>
              </a:lnSpc>
              <a:spcBef>
                <a:spcPts val="400"/>
              </a:spcBef>
              <a:spcAft>
                <a:spcPts val="0"/>
              </a:spcAft>
              <a:buClr>
                <a:schemeClr val="lt1"/>
              </a:buClr>
              <a:buSzPts val="600"/>
              <a:buChar char="▪"/>
              <a:defRPr sz="600">
                <a:solidFill>
                  <a:schemeClr val="lt1"/>
                </a:solidFill>
              </a:defRPr>
            </a:lvl7pPr>
            <a:lvl8pPr marL="3657600" lvl="7" indent="-266700" algn="l" rtl="0">
              <a:lnSpc>
                <a:spcPct val="90000"/>
              </a:lnSpc>
              <a:spcBef>
                <a:spcPts val="400"/>
              </a:spcBef>
              <a:spcAft>
                <a:spcPts val="0"/>
              </a:spcAft>
              <a:buClr>
                <a:schemeClr val="lt1"/>
              </a:buClr>
              <a:buSzPts val="600"/>
              <a:buChar char="▪"/>
              <a:defRPr sz="600">
                <a:solidFill>
                  <a:schemeClr val="lt1"/>
                </a:solidFill>
              </a:defRPr>
            </a:lvl8pPr>
            <a:lvl9pPr marL="4114800" lvl="8" indent="-266700" algn="l" rtl="0">
              <a:lnSpc>
                <a:spcPct val="90000"/>
              </a:lnSpc>
              <a:spcBef>
                <a:spcPts val="400"/>
              </a:spcBef>
              <a:spcAft>
                <a:spcPts val="0"/>
              </a:spcAft>
              <a:buClr>
                <a:schemeClr val="lt1"/>
              </a:buClr>
              <a:buSzPts val="600"/>
              <a:buChar char="▪"/>
              <a:defRPr sz="600">
                <a:solidFill>
                  <a:schemeClr val="lt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White">
  <p:cSld name="Quote White">
    <p:bg>
      <p:bgPr>
        <a:solidFill>
          <a:srgbClr val="6CA6BB"/>
        </a:solidFill>
        <a:effectLst/>
      </p:bgPr>
    </p:bg>
    <p:spTree>
      <p:nvGrpSpPr>
        <p:cNvPr id="1" name="Shape 89"/>
        <p:cNvGrpSpPr/>
        <p:nvPr/>
      </p:nvGrpSpPr>
      <p:grpSpPr>
        <a:xfrm>
          <a:off x="0" y="0"/>
          <a:ext cx="0" cy="0"/>
          <a:chOff x="0" y="0"/>
          <a:chExt cx="0" cy="0"/>
        </a:xfrm>
      </p:grpSpPr>
      <p:pic>
        <p:nvPicPr>
          <p:cNvPr id="90" name="Google Shape;90;p15" descr="A close up of a logo&#10;&#10;Description automatically generated"/>
          <p:cNvPicPr preferRelativeResize="0"/>
          <p:nvPr/>
        </p:nvPicPr>
        <p:blipFill rotWithShape="1">
          <a:blip r:embed="rId2">
            <a:alphaModFix/>
          </a:blip>
          <a:srcRect/>
          <a:stretch/>
        </p:blipFill>
        <p:spPr>
          <a:xfrm>
            <a:off x="0" y="1"/>
            <a:ext cx="9144000" cy="5143500"/>
          </a:xfrm>
          <a:prstGeom prst="rect">
            <a:avLst/>
          </a:prstGeom>
          <a:noFill/>
          <a:ln>
            <a:noFill/>
          </a:ln>
        </p:spPr>
      </p:pic>
      <p:pic>
        <p:nvPicPr>
          <p:cNvPr id="91" name="Google Shape;91;p15"/>
          <p:cNvPicPr preferRelativeResize="0"/>
          <p:nvPr/>
        </p:nvPicPr>
        <p:blipFill rotWithShape="1">
          <a:blip r:embed="rId3">
            <a:alphaModFix/>
          </a:blip>
          <a:srcRect/>
          <a:stretch/>
        </p:blipFill>
        <p:spPr>
          <a:xfrm>
            <a:off x="345736" y="4761293"/>
            <a:ext cx="1019018" cy="158726"/>
          </a:xfrm>
          <a:prstGeom prst="rect">
            <a:avLst/>
          </a:prstGeom>
          <a:noFill/>
          <a:ln>
            <a:noFill/>
          </a:ln>
        </p:spPr>
      </p:pic>
      <p:sp>
        <p:nvSpPr>
          <p:cNvPr id="92" name="Google Shape;92;p15"/>
          <p:cNvSpPr txBox="1">
            <a:spLocks noGrp="1"/>
          </p:cNvSpPr>
          <p:nvPr>
            <p:ph type="title"/>
          </p:nvPr>
        </p:nvSpPr>
        <p:spPr>
          <a:xfrm>
            <a:off x="344606" y="758925"/>
            <a:ext cx="4700400" cy="2276700"/>
          </a:xfrm>
          <a:prstGeom prst="rect">
            <a:avLst/>
          </a:prstGeom>
        </p:spPr>
        <p:txBody>
          <a:bodyPr spcFirstLastPara="1" wrap="square" lIns="0" tIns="45700" rIns="0" bIns="45700" anchor="ctr" anchorCtr="0">
            <a:noAutofit/>
          </a:bodyPr>
          <a:lstStyle>
            <a:lvl1pPr lvl="0" rtl="0">
              <a:spcBef>
                <a:spcPts val="0"/>
              </a:spcBef>
              <a:spcAft>
                <a:spcPts val="0"/>
              </a:spcAft>
              <a:buNone/>
              <a:defRPr sz="2400">
                <a:solidFill>
                  <a:schemeClr val="accent1"/>
                </a:solidFill>
              </a:defRPr>
            </a:lvl1pPr>
            <a:lvl2pPr lvl="1" rtl="0">
              <a:spcBef>
                <a:spcPts val="0"/>
              </a:spcBef>
              <a:spcAft>
                <a:spcPts val="0"/>
              </a:spcAft>
              <a:buNone/>
              <a:defRPr sz="2400">
                <a:solidFill>
                  <a:schemeClr val="accent1"/>
                </a:solidFill>
              </a:defRPr>
            </a:lvl2pPr>
            <a:lvl3pPr lvl="2" rtl="0">
              <a:spcBef>
                <a:spcPts val="0"/>
              </a:spcBef>
              <a:spcAft>
                <a:spcPts val="0"/>
              </a:spcAft>
              <a:buNone/>
              <a:defRPr sz="2400">
                <a:solidFill>
                  <a:schemeClr val="accent1"/>
                </a:solidFill>
              </a:defRPr>
            </a:lvl3pPr>
            <a:lvl4pPr lvl="3" rtl="0">
              <a:spcBef>
                <a:spcPts val="0"/>
              </a:spcBef>
              <a:spcAft>
                <a:spcPts val="0"/>
              </a:spcAft>
              <a:buNone/>
              <a:defRPr sz="2400">
                <a:solidFill>
                  <a:schemeClr val="accent1"/>
                </a:solidFill>
              </a:defRPr>
            </a:lvl4pPr>
            <a:lvl5pPr lvl="4" rtl="0">
              <a:spcBef>
                <a:spcPts val="0"/>
              </a:spcBef>
              <a:spcAft>
                <a:spcPts val="0"/>
              </a:spcAft>
              <a:buNone/>
              <a:defRPr sz="2400">
                <a:solidFill>
                  <a:schemeClr val="accent1"/>
                </a:solidFill>
              </a:defRPr>
            </a:lvl5pPr>
            <a:lvl6pPr lvl="5" rtl="0">
              <a:spcBef>
                <a:spcPts val="0"/>
              </a:spcBef>
              <a:spcAft>
                <a:spcPts val="0"/>
              </a:spcAft>
              <a:buNone/>
              <a:defRPr sz="2400">
                <a:solidFill>
                  <a:schemeClr val="accent1"/>
                </a:solidFill>
              </a:defRPr>
            </a:lvl6pPr>
            <a:lvl7pPr lvl="6" rtl="0">
              <a:spcBef>
                <a:spcPts val="0"/>
              </a:spcBef>
              <a:spcAft>
                <a:spcPts val="0"/>
              </a:spcAft>
              <a:buNone/>
              <a:defRPr sz="2400">
                <a:solidFill>
                  <a:schemeClr val="accent1"/>
                </a:solidFill>
              </a:defRPr>
            </a:lvl7pPr>
            <a:lvl8pPr lvl="7" rtl="0">
              <a:spcBef>
                <a:spcPts val="0"/>
              </a:spcBef>
              <a:spcAft>
                <a:spcPts val="0"/>
              </a:spcAft>
              <a:buNone/>
              <a:defRPr sz="2400">
                <a:solidFill>
                  <a:schemeClr val="accent1"/>
                </a:solidFill>
              </a:defRPr>
            </a:lvl8pPr>
            <a:lvl9pPr lvl="8" rtl="0">
              <a:spcBef>
                <a:spcPts val="0"/>
              </a:spcBef>
              <a:spcAft>
                <a:spcPts val="0"/>
              </a:spcAft>
              <a:buNone/>
              <a:defRPr sz="2400">
                <a:solidFill>
                  <a:schemeClr val="accent1"/>
                </a:solidFill>
              </a:defRPr>
            </a:lvl9pPr>
          </a:lstStyle>
          <a:p>
            <a:endParaRPr/>
          </a:p>
        </p:txBody>
      </p:sp>
      <p:sp>
        <p:nvSpPr>
          <p:cNvPr id="93" name="Google Shape;93;p15"/>
          <p:cNvSpPr txBox="1">
            <a:spLocks noGrp="1"/>
          </p:cNvSpPr>
          <p:nvPr>
            <p:ph type="title" idx="2"/>
          </p:nvPr>
        </p:nvSpPr>
        <p:spPr>
          <a:xfrm>
            <a:off x="348863" y="3096975"/>
            <a:ext cx="4706700" cy="563100"/>
          </a:xfrm>
          <a:prstGeom prst="rect">
            <a:avLst/>
          </a:prstGeom>
        </p:spPr>
        <p:txBody>
          <a:bodyPr spcFirstLastPara="1" wrap="square" lIns="0" tIns="45700" rIns="0" bIns="45700" anchor="ctr" anchorCtr="0">
            <a:noAutofit/>
          </a:bodyPr>
          <a:lstStyle>
            <a:lvl1pPr lvl="0" rtl="0">
              <a:spcBef>
                <a:spcPts val="0"/>
              </a:spcBef>
              <a:spcAft>
                <a:spcPts val="0"/>
              </a:spcAft>
              <a:buNone/>
              <a:defRPr sz="1700">
                <a:solidFill>
                  <a:schemeClr val="accent5"/>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White" type="blank">
  <p:cSld name="BLANK">
    <p:spTree>
      <p:nvGrpSpPr>
        <p:cNvPr id="1" name="Shape 94"/>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Headline 02">
  <p:cSld name="Headline 02">
    <p:bg>
      <p:bgPr>
        <a:solidFill>
          <a:schemeClr val="accent2"/>
        </a:solidFill>
        <a:effectLst/>
      </p:bgPr>
    </p:bg>
    <p:spTree>
      <p:nvGrpSpPr>
        <p:cNvPr id="1" name="Shape 95"/>
        <p:cNvGrpSpPr/>
        <p:nvPr/>
      </p:nvGrpSpPr>
      <p:grpSpPr>
        <a:xfrm>
          <a:off x="0" y="0"/>
          <a:ext cx="0" cy="0"/>
          <a:chOff x="0" y="0"/>
          <a:chExt cx="0" cy="0"/>
        </a:xfrm>
      </p:grpSpPr>
      <p:pic>
        <p:nvPicPr>
          <p:cNvPr id="96" name="Google Shape;96;p17" descr="A picture containing light, black, large, white&#10;&#10;Description automatically generated"/>
          <p:cNvPicPr preferRelativeResize="0"/>
          <p:nvPr/>
        </p:nvPicPr>
        <p:blipFill rotWithShape="1">
          <a:blip r:embed="rId2">
            <a:alphaModFix/>
          </a:blip>
          <a:srcRect/>
          <a:stretch/>
        </p:blipFill>
        <p:spPr>
          <a:xfrm>
            <a:off x="0" y="1"/>
            <a:ext cx="9144000" cy="5143500"/>
          </a:xfrm>
          <a:prstGeom prst="rect">
            <a:avLst/>
          </a:prstGeom>
          <a:noFill/>
          <a:ln>
            <a:noFill/>
          </a:ln>
        </p:spPr>
      </p:pic>
      <p:sp>
        <p:nvSpPr>
          <p:cNvPr id="97" name="Google Shape;97;p17"/>
          <p:cNvSpPr txBox="1">
            <a:spLocks noGrp="1"/>
          </p:cNvSpPr>
          <p:nvPr>
            <p:ph type="title"/>
          </p:nvPr>
        </p:nvSpPr>
        <p:spPr>
          <a:xfrm>
            <a:off x="345737" y="2074667"/>
            <a:ext cx="8169615" cy="994172"/>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lt1"/>
              </a:buClr>
              <a:buSzPts val="3600"/>
              <a:buFont typeface="Barlow"/>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8" name="Google Shape;98;p17"/>
          <p:cNvPicPr preferRelativeResize="0"/>
          <p:nvPr/>
        </p:nvPicPr>
        <p:blipFill rotWithShape="1">
          <a:blip r:embed="rId3">
            <a:alphaModFix/>
          </a:blip>
          <a:srcRect/>
          <a:stretch/>
        </p:blipFill>
        <p:spPr>
          <a:xfrm>
            <a:off x="345736" y="4761295"/>
            <a:ext cx="1019018" cy="15872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1_Headline 01">
  <p:cSld name="1_Headline 01">
    <p:bg>
      <p:bgPr>
        <a:solidFill>
          <a:schemeClr val="dk1"/>
        </a:solidFill>
        <a:effectLst/>
      </p:bgPr>
    </p:bg>
    <p:spTree>
      <p:nvGrpSpPr>
        <p:cNvPr id="1" name="Shape 99"/>
        <p:cNvGrpSpPr/>
        <p:nvPr/>
      </p:nvGrpSpPr>
      <p:grpSpPr>
        <a:xfrm>
          <a:off x="0" y="0"/>
          <a:ext cx="0" cy="0"/>
          <a:chOff x="0" y="0"/>
          <a:chExt cx="0" cy="0"/>
        </a:xfrm>
      </p:grpSpPr>
      <p:pic>
        <p:nvPicPr>
          <p:cNvPr id="100" name="Google Shape;100;p18" descr="A young person sitting in front of a computer&#10;&#10;Description automatically generated"/>
          <p:cNvPicPr preferRelativeResize="0"/>
          <p:nvPr/>
        </p:nvPicPr>
        <p:blipFill rotWithShape="1">
          <a:blip r:embed="rId2">
            <a:alphaModFix/>
          </a:blip>
          <a:srcRect/>
          <a:stretch/>
        </p:blipFill>
        <p:spPr>
          <a:xfrm>
            <a:off x="0" y="1"/>
            <a:ext cx="9144000" cy="5143500"/>
          </a:xfrm>
          <a:prstGeom prst="rect">
            <a:avLst/>
          </a:prstGeom>
          <a:noFill/>
          <a:ln>
            <a:noFill/>
          </a:ln>
        </p:spPr>
      </p:pic>
      <p:pic>
        <p:nvPicPr>
          <p:cNvPr id="101" name="Google Shape;101;p18" descr="A picture containing person, black, holding, white&#10;&#10;Description automatically generated"/>
          <p:cNvPicPr preferRelativeResize="0"/>
          <p:nvPr/>
        </p:nvPicPr>
        <p:blipFill rotWithShape="1">
          <a:blip r:embed="rId3">
            <a:alphaModFix/>
          </a:blip>
          <a:srcRect/>
          <a:stretch/>
        </p:blipFill>
        <p:spPr>
          <a:xfrm>
            <a:off x="0" y="1"/>
            <a:ext cx="9144000" cy="5143500"/>
          </a:xfrm>
          <a:prstGeom prst="rect">
            <a:avLst/>
          </a:prstGeom>
          <a:noFill/>
          <a:ln>
            <a:noFill/>
          </a:ln>
        </p:spPr>
      </p:pic>
      <p:sp>
        <p:nvSpPr>
          <p:cNvPr id="102" name="Google Shape;102;p18"/>
          <p:cNvSpPr txBox="1">
            <a:spLocks noGrp="1"/>
          </p:cNvSpPr>
          <p:nvPr>
            <p:ph type="title"/>
          </p:nvPr>
        </p:nvSpPr>
        <p:spPr>
          <a:xfrm>
            <a:off x="345737" y="2074667"/>
            <a:ext cx="8169615" cy="994172"/>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lt1"/>
              </a:buClr>
              <a:buSzPts val="3600"/>
              <a:buFont typeface="Barlow"/>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3" name="Google Shape;103;p18"/>
          <p:cNvPicPr preferRelativeResize="0"/>
          <p:nvPr/>
        </p:nvPicPr>
        <p:blipFill rotWithShape="1">
          <a:blip r:embed="rId4">
            <a:alphaModFix/>
          </a:blip>
          <a:srcRect/>
          <a:stretch/>
        </p:blipFill>
        <p:spPr>
          <a:xfrm>
            <a:off x="345736" y="4761295"/>
            <a:ext cx="1019018" cy="1587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2_Headline 01">
  <p:cSld name="2_Headline 01">
    <p:bg>
      <p:bgPr>
        <a:solidFill>
          <a:schemeClr val="dk1"/>
        </a:solidFill>
        <a:effectLst/>
      </p:bgPr>
    </p:bg>
    <p:spTree>
      <p:nvGrpSpPr>
        <p:cNvPr id="1" name="Shape 104"/>
        <p:cNvGrpSpPr/>
        <p:nvPr/>
      </p:nvGrpSpPr>
      <p:grpSpPr>
        <a:xfrm>
          <a:off x="0" y="0"/>
          <a:ext cx="0" cy="0"/>
          <a:chOff x="0" y="0"/>
          <a:chExt cx="0" cy="0"/>
        </a:xfrm>
      </p:grpSpPr>
      <p:pic>
        <p:nvPicPr>
          <p:cNvPr id="105" name="Google Shape;105;p19" descr="A person sitting at a table using a computer&#10;&#10;Description automatically generated"/>
          <p:cNvPicPr preferRelativeResize="0"/>
          <p:nvPr/>
        </p:nvPicPr>
        <p:blipFill rotWithShape="1">
          <a:blip r:embed="rId2">
            <a:alphaModFix/>
          </a:blip>
          <a:srcRect r="24115"/>
          <a:stretch/>
        </p:blipFill>
        <p:spPr>
          <a:xfrm>
            <a:off x="2205111" y="1"/>
            <a:ext cx="6938890" cy="5143500"/>
          </a:xfrm>
          <a:prstGeom prst="rect">
            <a:avLst/>
          </a:prstGeom>
          <a:noFill/>
          <a:ln>
            <a:noFill/>
          </a:ln>
        </p:spPr>
      </p:pic>
      <p:pic>
        <p:nvPicPr>
          <p:cNvPr id="106" name="Google Shape;106;p19" descr="A picture containing person, black, holding, white&#10;&#10;Description automatically generated"/>
          <p:cNvPicPr preferRelativeResize="0"/>
          <p:nvPr/>
        </p:nvPicPr>
        <p:blipFill rotWithShape="1">
          <a:blip r:embed="rId3">
            <a:alphaModFix/>
          </a:blip>
          <a:srcRect/>
          <a:stretch/>
        </p:blipFill>
        <p:spPr>
          <a:xfrm>
            <a:off x="0" y="1"/>
            <a:ext cx="9144000" cy="5143500"/>
          </a:xfrm>
          <a:prstGeom prst="rect">
            <a:avLst/>
          </a:prstGeom>
          <a:noFill/>
          <a:ln>
            <a:noFill/>
          </a:ln>
        </p:spPr>
      </p:pic>
      <p:sp>
        <p:nvSpPr>
          <p:cNvPr id="107" name="Google Shape;107;p19"/>
          <p:cNvSpPr txBox="1">
            <a:spLocks noGrp="1"/>
          </p:cNvSpPr>
          <p:nvPr>
            <p:ph type="title"/>
          </p:nvPr>
        </p:nvSpPr>
        <p:spPr>
          <a:xfrm>
            <a:off x="345737" y="2074667"/>
            <a:ext cx="8169615" cy="994172"/>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lt1"/>
              </a:buClr>
              <a:buSzPts val="3600"/>
              <a:buFont typeface="Barlow"/>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8" name="Google Shape;108;p19"/>
          <p:cNvPicPr preferRelativeResize="0"/>
          <p:nvPr/>
        </p:nvPicPr>
        <p:blipFill rotWithShape="1">
          <a:blip r:embed="rId4">
            <a:alphaModFix/>
          </a:blip>
          <a:srcRect/>
          <a:stretch/>
        </p:blipFill>
        <p:spPr>
          <a:xfrm>
            <a:off x="345736" y="4761295"/>
            <a:ext cx="1019018" cy="15872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3_Headline 01">
  <p:cSld name="3_Headline 01">
    <p:bg>
      <p:bgPr>
        <a:solidFill>
          <a:schemeClr val="dk1"/>
        </a:solidFill>
        <a:effectLst/>
      </p:bgPr>
    </p:bg>
    <p:spTree>
      <p:nvGrpSpPr>
        <p:cNvPr id="1" name="Shape 109"/>
        <p:cNvGrpSpPr/>
        <p:nvPr/>
      </p:nvGrpSpPr>
      <p:grpSpPr>
        <a:xfrm>
          <a:off x="0" y="0"/>
          <a:ext cx="0" cy="0"/>
          <a:chOff x="0" y="0"/>
          <a:chExt cx="0" cy="0"/>
        </a:xfrm>
      </p:grpSpPr>
      <p:pic>
        <p:nvPicPr>
          <p:cNvPr id="110" name="Google Shape;110;p20" descr="A group of people sitting at a table using a computer&#10;&#10;Description automatically generated"/>
          <p:cNvPicPr preferRelativeResize="0"/>
          <p:nvPr/>
        </p:nvPicPr>
        <p:blipFill rotWithShape="1">
          <a:blip r:embed="rId2">
            <a:alphaModFix/>
          </a:blip>
          <a:srcRect r="11539"/>
          <a:stretch/>
        </p:blipFill>
        <p:spPr>
          <a:xfrm>
            <a:off x="1055080" y="1"/>
            <a:ext cx="8088923" cy="5143500"/>
          </a:xfrm>
          <a:prstGeom prst="rect">
            <a:avLst/>
          </a:prstGeom>
          <a:noFill/>
          <a:ln>
            <a:noFill/>
          </a:ln>
        </p:spPr>
      </p:pic>
      <p:pic>
        <p:nvPicPr>
          <p:cNvPr id="111" name="Google Shape;111;p20" descr="A picture containing person, black, holding, white&#10;&#10;Description automatically generated"/>
          <p:cNvPicPr preferRelativeResize="0"/>
          <p:nvPr/>
        </p:nvPicPr>
        <p:blipFill rotWithShape="1">
          <a:blip r:embed="rId3">
            <a:alphaModFix/>
          </a:blip>
          <a:srcRect/>
          <a:stretch/>
        </p:blipFill>
        <p:spPr>
          <a:xfrm>
            <a:off x="0" y="1"/>
            <a:ext cx="9144000" cy="5143500"/>
          </a:xfrm>
          <a:prstGeom prst="rect">
            <a:avLst/>
          </a:prstGeom>
          <a:noFill/>
          <a:ln>
            <a:noFill/>
          </a:ln>
        </p:spPr>
      </p:pic>
      <p:sp>
        <p:nvSpPr>
          <p:cNvPr id="112" name="Google Shape;112;p20"/>
          <p:cNvSpPr txBox="1">
            <a:spLocks noGrp="1"/>
          </p:cNvSpPr>
          <p:nvPr>
            <p:ph type="title"/>
          </p:nvPr>
        </p:nvSpPr>
        <p:spPr>
          <a:xfrm>
            <a:off x="345737" y="2074667"/>
            <a:ext cx="8169615" cy="994172"/>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lt1"/>
              </a:buClr>
              <a:buSzPts val="3600"/>
              <a:buFont typeface="Barlow"/>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13" name="Google Shape;113;p20"/>
          <p:cNvPicPr preferRelativeResize="0"/>
          <p:nvPr/>
        </p:nvPicPr>
        <p:blipFill rotWithShape="1">
          <a:blip r:embed="rId4">
            <a:alphaModFix/>
          </a:blip>
          <a:srcRect/>
          <a:stretch/>
        </p:blipFill>
        <p:spPr>
          <a:xfrm>
            <a:off x="345736" y="4761295"/>
            <a:ext cx="1019018" cy="15872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Headline 04">
  <p:cSld name="Headline 04">
    <p:spTree>
      <p:nvGrpSpPr>
        <p:cNvPr id="1" name="Shape 114"/>
        <p:cNvGrpSpPr/>
        <p:nvPr/>
      </p:nvGrpSpPr>
      <p:grpSpPr>
        <a:xfrm>
          <a:off x="0" y="0"/>
          <a:ext cx="0" cy="0"/>
          <a:chOff x="0" y="0"/>
          <a:chExt cx="0" cy="0"/>
        </a:xfrm>
      </p:grpSpPr>
      <p:pic>
        <p:nvPicPr>
          <p:cNvPr id="115" name="Google Shape;115;p21" descr="A close up of a logo&#10;&#10;Description automatically generated"/>
          <p:cNvPicPr preferRelativeResize="0"/>
          <p:nvPr/>
        </p:nvPicPr>
        <p:blipFill rotWithShape="1">
          <a:blip r:embed="rId2">
            <a:alphaModFix amt="50000"/>
          </a:blip>
          <a:srcRect r="14270"/>
          <a:stretch/>
        </p:blipFill>
        <p:spPr>
          <a:xfrm>
            <a:off x="1304927" y="1"/>
            <a:ext cx="7839075" cy="5143500"/>
          </a:xfrm>
          <a:prstGeom prst="rect">
            <a:avLst/>
          </a:prstGeom>
          <a:noFill/>
          <a:ln>
            <a:noFill/>
          </a:ln>
        </p:spPr>
      </p:pic>
      <p:sp>
        <p:nvSpPr>
          <p:cNvPr id="116" name="Google Shape;116;p21"/>
          <p:cNvSpPr txBox="1">
            <a:spLocks noGrp="1"/>
          </p:cNvSpPr>
          <p:nvPr>
            <p:ph type="title"/>
          </p:nvPr>
        </p:nvSpPr>
        <p:spPr>
          <a:xfrm>
            <a:off x="345737" y="2074667"/>
            <a:ext cx="8169615" cy="994172"/>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dk1"/>
              </a:buClr>
              <a:buSzPts val="3600"/>
              <a:buFont typeface="Barlow"/>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Quote Dark">
  <p:cSld name="Quote Dark">
    <p:bg>
      <p:bgPr>
        <a:solidFill>
          <a:schemeClr val="accent2"/>
        </a:solidFill>
        <a:effectLst/>
      </p:bgPr>
    </p:bg>
    <p:spTree>
      <p:nvGrpSpPr>
        <p:cNvPr id="1" name="Shape 117"/>
        <p:cNvGrpSpPr/>
        <p:nvPr/>
      </p:nvGrpSpPr>
      <p:grpSpPr>
        <a:xfrm>
          <a:off x="0" y="0"/>
          <a:ext cx="0" cy="0"/>
          <a:chOff x="0" y="0"/>
          <a:chExt cx="0" cy="0"/>
        </a:xfrm>
      </p:grpSpPr>
      <p:pic>
        <p:nvPicPr>
          <p:cNvPr id="118" name="Google Shape;118;p22" descr="A picture containing person, black, holding, white&#10;&#10;Description automatically generated"/>
          <p:cNvPicPr preferRelativeResize="0"/>
          <p:nvPr/>
        </p:nvPicPr>
        <p:blipFill rotWithShape="1">
          <a:blip r:embed="rId2">
            <a:alphaModFix/>
          </a:blip>
          <a:srcRect/>
          <a:stretch/>
        </p:blipFill>
        <p:spPr>
          <a:xfrm>
            <a:off x="0" y="1"/>
            <a:ext cx="9144000" cy="5143500"/>
          </a:xfrm>
          <a:prstGeom prst="rect">
            <a:avLst/>
          </a:prstGeom>
          <a:noFill/>
          <a:ln>
            <a:noFill/>
          </a:ln>
        </p:spPr>
      </p:pic>
      <p:pic>
        <p:nvPicPr>
          <p:cNvPr id="119" name="Google Shape;119;p22"/>
          <p:cNvPicPr preferRelativeResize="0"/>
          <p:nvPr/>
        </p:nvPicPr>
        <p:blipFill rotWithShape="1">
          <a:blip r:embed="rId3">
            <a:alphaModFix/>
          </a:blip>
          <a:srcRect/>
          <a:stretch/>
        </p:blipFill>
        <p:spPr>
          <a:xfrm>
            <a:off x="345736" y="4761295"/>
            <a:ext cx="1019018" cy="158725"/>
          </a:xfrm>
          <a:prstGeom prst="rect">
            <a:avLst/>
          </a:prstGeom>
          <a:noFill/>
          <a:ln>
            <a:noFill/>
          </a:ln>
        </p:spPr>
      </p:pic>
      <p:sp>
        <p:nvSpPr>
          <p:cNvPr id="120" name="Google Shape;120;p22"/>
          <p:cNvSpPr txBox="1">
            <a:spLocks noGrp="1"/>
          </p:cNvSpPr>
          <p:nvPr>
            <p:ph type="title"/>
          </p:nvPr>
        </p:nvSpPr>
        <p:spPr>
          <a:xfrm>
            <a:off x="344606" y="758925"/>
            <a:ext cx="4700400" cy="2276700"/>
          </a:xfrm>
          <a:prstGeom prst="rect">
            <a:avLst/>
          </a:prstGeom>
        </p:spPr>
        <p:txBody>
          <a:bodyPr spcFirstLastPara="1" wrap="square" lIns="0" tIns="45700" rIns="0" bIns="45700" anchor="ctr" anchorCtr="0">
            <a:noAutofit/>
          </a:bodyPr>
          <a:lstStyle>
            <a:lvl1pPr lvl="0" rtl="0">
              <a:spcBef>
                <a:spcPts val="0"/>
              </a:spcBef>
              <a:spcAft>
                <a:spcPts val="0"/>
              </a:spcAft>
              <a:buNone/>
              <a:defRPr sz="2400">
                <a:solidFill>
                  <a:schemeClr val="lt1"/>
                </a:solidFill>
              </a:defRPr>
            </a:lvl1pPr>
            <a:lvl2pPr lvl="1" rtl="0">
              <a:spcBef>
                <a:spcPts val="0"/>
              </a:spcBef>
              <a:spcAft>
                <a:spcPts val="0"/>
              </a:spcAft>
              <a:buNone/>
              <a:defRPr sz="2400">
                <a:solidFill>
                  <a:schemeClr val="lt1"/>
                </a:solidFill>
              </a:defRPr>
            </a:lvl2pPr>
            <a:lvl3pPr lvl="2" rtl="0">
              <a:spcBef>
                <a:spcPts val="0"/>
              </a:spcBef>
              <a:spcAft>
                <a:spcPts val="0"/>
              </a:spcAft>
              <a:buNone/>
              <a:defRPr sz="2400">
                <a:solidFill>
                  <a:schemeClr val="lt1"/>
                </a:solidFill>
              </a:defRPr>
            </a:lvl3pPr>
            <a:lvl4pPr lvl="3" rtl="0">
              <a:spcBef>
                <a:spcPts val="0"/>
              </a:spcBef>
              <a:spcAft>
                <a:spcPts val="0"/>
              </a:spcAft>
              <a:buNone/>
              <a:defRPr sz="2400">
                <a:solidFill>
                  <a:schemeClr val="lt1"/>
                </a:solidFill>
              </a:defRPr>
            </a:lvl4pPr>
            <a:lvl5pPr lvl="4" rtl="0">
              <a:spcBef>
                <a:spcPts val="0"/>
              </a:spcBef>
              <a:spcAft>
                <a:spcPts val="0"/>
              </a:spcAft>
              <a:buNone/>
              <a:defRPr sz="2400">
                <a:solidFill>
                  <a:schemeClr val="lt1"/>
                </a:solidFill>
              </a:defRPr>
            </a:lvl5pPr>
            <a:lvl6pPr lvl="5" rtl="0">
              <a:spcBef>
                <a:spcPts val="0"/>
              </a:spcBef>
              <a:spcAft>
                <a:spcPts val="0"/>
              </a:spcAft>
              <a:buNone/>
              <a:defRPr sz="2400">
                <a:solidFill>
                  <a:schemeClr val="lt1"/>
                </a:solidFill>
              </a:defRPr>
            </a:lvl6pPr>
            <a:lvl7pPr lvl="6" rtl="0">
              <a:spcBef>
                <a:spcPts val="0"/>
              </a:spcBef>
              <a:spcAft>
                <a:spcPts val="0"/>
              </a:spcAft>
              <a:buNone/>
              <a:defRPr sz="2400">
                <a:solidFill>
                  <a:schemeClr val="lt1"/>
                </a:solidFill>
              </a:defRPr>
            </a:lvl7pPr>
            <a:lvl8pPr lvl="7" rtl="0">
              <a:spcBef>
                <a:spcPts val="0"/>
              </a:spcBef>
              <a:spcAft>
                <a:spcPts val="0"/>
              </a:spcAft>
              <a:buNone/>
              <a:defRPr sz="2400">
                <a:solidFill>
                  <a:schemeClr val="lt1"/>
                </a:solidFill>
              </a:defRPr>
            </a:lvl8pPr>
            <a:lvl9pPr lvl="8" rtl="0">
              <a:spcBef>
                <a:spcPts val="0"/>
              </a:spcBef>
              <a:spcAft>
                <a:spcPts val="0"/>
              </a:spcAft>
              <a:buNone/>
              <a:defRPr sz="2400">
                <a:solidFill>
                  <a:schemeClr val="lt1"/>
                </a:solidFill>
              </a:defRPr>
            </a:lvl9pPr>
          </a:lstStyle>
          <a:p>
            <a:endParaRPr/>
          </a:p>
        </p:txBody>
      </p:sp>
      <p:sp>
        <p:nvSpPr>
          <p:cNvPr id="121" name="Google Shape;121;p22"/>
          <p:cNvSpPr txBox="1">
            <a:spLocks noGrp="1"/>
          </p:cNvSpPr>
          <p:nvPr>
            <p:ph type="title" idx="2"/>
          </p:nvPr>
        </p:nvSpPr>
        <p:spPr>
          <a:xfrm>
            <a:off x="348863" y="3096975"/>
            <a:ext cx="4706700" cy="563100"/>
          </a:xfrm>
          <a:prstGeom prst="rect">
            <a:avLst/>
          </a:prstGeom>
        </p:spPr>
        <p:txBody>
          <a:bodyPr spcFirstLastPara="1" wrap="square" lIns="0" tIns="45700" rIns="0" bIns="45700" anchor="ctr" anchorCtr="0">
            <a:noAutofit/>
          </a:bodyPr>
          <a:lstStyle>
            <a:lvl1pPr lvl="0" rtl="0">
              <a:spcBef>
                <a:spcPts val="0"/>
              </a:spcBef>
              <a:spcAft>
                <a:spcPts val="0"/>
              </a:spcAft>
              <a:buNone/>
              <a:defRPr sz="1700">
                <a:solidFill>
                  <a:schemeClr val="accent5"/>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1_Quote Dark">
  <p:cSld name="1_Quote Dark">
    <p:bg>
      <p:bgPr>
        <a:solidFill>
          <a:schemeClr val="dk1"/>
        </a:solidFill>
        <a:effectLst/>
      </p:bgPr>
    </p:bg>
    <p:spTree>
      <p:nvGrpSpPr>
        <p:cNvPr id="1" name="Shape 122"/>
        <p:cNvGrpSpPr/>
        <p:nvPr/>
      </p:nvGrpSpPr>
      <p:grpSpPr>
        <a:xfrm>
          <a:off x="0" y="0"/>
          <a:ext cx="0" cy="0"/>
          <a:chOff x="0" y="0"/>
          <a:chExt cx="0" cy="0"/>
        </a:xfrm>
      </p:grpSpPr>
      <p:pic>
        <p:nvPicPr>
          <p:cNvPr id="123" name="Google Shape;123;p23" descr="A picture containing red, woman, street, phone&#10;&#10;Description automatically generated"/>
          <p:cNvPicPr preferRelativeResize="0"/>
          <p:nvPr/>
        </p:nvPicPr>
        <p:blipFill rotWithShape="1">
          <a:blip r:embed="rId2">
            <a:alphaModFix/>
          </a:blip>
          <a:srcRect/>
          <a:stretch/>
        </p:blipFill>
        <p:spPr>
          <a:xfrm>
            <a:off x="0" y="1"/>
            <a:ext cx="9144000" cy="5143500"/>
          </a:xfrm>
          <a:prstGeom prst="rect">
            <a:avLst/>
          </a:prstGeom>
          <a:noFill/>
          <a:ln>
            <a:noFill/>
          </a:ln>
        </p:spPr>
      </p:pic>
      <p:pic>
        <p:nvPicPr>
          <p:cNvPr id="124" name="Google Shape;124;p23" descr="A picture containing person, black, holding, white&#10;&#10;Description automatically generated"/>
          <p:cNvPicPr preferRelativeResize="0"/>
          <p:nvPr/>
        </p:nvPicPr>
        <p:blipFill rotWithShape="1">
          <a:blip r:embed="rId3">
            <a:alphaModFix/>
          </a:blip>
          <a:srcRect/>
          <a:stretch/>
        </p:blipFill>
        <p:spPr>
          <a:xfrm>
            <a:off x="0" y="1"/>
            <a:ext cx="9144000" cy="5143500"/>
          </a:xfrm>
          <a:prstGeom prst="rect">
            <a:avLst/>
          </a:prstGeom>
          <a:noFill/>
          <a:ln>
            <a:noFill/>
          </a:ln>
        </p:spPr>
      </p:pic>
      <p:pic>
        <p:nvPicPr>
          <p:cNvPr id="125" name="Google Shape;125;p23"/>
          <p:cNvPicPr preferRelativeResize="0"/>
          <p:nvPr/>
        </p:nvPicPr>
        <p:blipFill rotWithShape="1">
          <a:blip r:embed="rId4">
            <a:alphaModFix/>
          </a:blip>
          <a:srcRect/>
          <a:stretch/>
        </p:blipFill>
        <p:spPr>
          <a:xfrm>
            <a:off x="345736" y="4761295"/>
            <a:ext cx="1019018" cy="158725"/>
          </a:xfrm>
          <a:prstGeom prst="rect">
            <a:avLst/>
          </a:prstGeom>
          <a:noFill/>
          <a:ln>
            <a:noFill/>
          </a:ln>
        </p:spPr>
      </p:pic>
      <p:sp>
        <p:nvSpPr>
          <p:cNvPr id="126" name="Google Shape;126;p23"/>
          <p:cNvSpPr txBox="1">
            <a:spLocks noGrp="1"/>
          </p:cNvSpPr>
          <p:nvPr>
            <p:ph type="title"/>
          </p:nvPr>
        </p:nvSpPr>
        <p:spPr>
          <a:xfrm>
            <a:off x="344606" y="758925"/>
            <a:ext cx="4700400" cy="2276700"/>
          </a:xfrm>
          <a:prstGeom prst="rect">
            <a:avLst/>
          </a:prstGeom>
        </p:spPr>
        <p:txBody>
          <a:bodyPr spcFirstLastPara="1" wrap="square" lIns="0" tIns="45700" rIns="0" bIns="45700" anchor="ctr" anchorCtr="0">
            <a:noAutofit/>
          </a:bodyPr>
          <a:lstStyle>
            <a:lvl1pPr lvl="0" rtl="0">
              <a:spcBef>
                <a:spcPts val="0"/>
              </a:spcBef>
              <a:spcAft>
                <a:spcPts val="0"/>
              </a:spcAft>
              <a:buNone/>
              <a:defRPr sz="2400">
                <a:solidFill>
                  <a:schemeClr val="lt1"/>
                </a:solidFill>
              </a:defRPr>
            </a:lvl1pPr>
            <a:lvl2pPr lvl="1" rtl="0">
              <a:spcBef>
                <a:spcPts val="0"/>
              </a:spcBef>
              <a:spcAft>
                <a:spcPts val="0"/>
              </a:spcAft>
              <a:buNone/>
              <a:defRPr sz="2400">
                <a:solidFill>
                  <a:schemeClr val="lt1"/>
                </a:solidFill>
              </a:defRPr>
            </a:lvl2pPr>
            <a:lvl3pPr lvl="2" rtl="0">
              <a:spcBef>
                <a:spcPts val="0"/>
              </a:spcBef>
              <a:spcAft>
                <a:spcPts val="0"/>
              </a:spcAft>
              <a:buNone/>
              <a:defRPr sz="2400">
                <a:solidFill>
                  <a:schemeClr val="lt1"/>
                </a:solidFill>
              </a:defRPr>
            </a:lvl3pPr>
            <a:lvl4pPr lvl="3" rtl="0">
              <a:spcBef>
                <a:spcPts val="0"/>
              </a:spcBef>
              <a:spcAft>
                <a:spcPts val="0"/>
              </a:spcAft>
              <a:buNone/>
              <a:defRPr sz="2400">
                <a:solidFill>
                  <a:schemeClr val="lt1"/>
                </a:solidFill>
              </a:defRPr>
            </a:lvl4pPr>
            <a:lvl5pPr lvl="4" rtl="0">
              <a:spcBef>
                <a:spcPts val="0"/>
              </a:spcBef>
              <a:spcAft>
                <a:spcPts val="0"/>
              </a:spcAft>
              <a:buNone/>
              <a:defRPr sz="2400">
                <a:solidFill>
                  <a:schemeClr val="lt1"/>
                </a:solidFill>
              </a:defRPr>
            </a:lvl5pPr>
            <a:lvl6pPr lvl="5" rtl="0">
              <a:spcBef>
                <a:spcPts val="0"/>
              </a:spcBef>
              <a:spcAft>
                <a:spcPts val="0"/>
              </a:spcAft>
              <a:buNone/>
              <a:defRPr sz="2400">
                <a:solidFill>
                  <a:schemeClr val="lt1"/>
                </a:solidFill>
              </a:defRPr>
            </a:lvl6pPr>
            <a:lvl7pPr lvl="6" rtl="0">
              <a:spcBef>
                <a:spcPts val="0"/>
              </a:spcBef>
              <a:spcAft>
                <a:spcPts val="0"/>
              </a:spcAft>
              <a:buNone/>
              <a:defRPr sz="2400">
                <a:solidFill>
                  <a:schemeClr val="lt1"/>
                </a:solidFill>
              </a:defRPr>
            </a:lvl7pPr>
            <a:lvl8pPr lvl="7" rtl="0">
              <a:spcBef>
                <a:spcPts val="0"/>
              </a:spcBef>
              <a:spcAft>
                <a:spcPts val="0"/>
              </a:spcAft>
              <a:buNone/>
              <a:defRPr sz="2400">
                <a:solidFill>
                  <a:schemeClr val="lt1"/>
                </a:solidFill>
              </a:defRPr>
            </a:lvl8pPr>
            <a:lvl9pPr lvl="8" rtl="0">
              <a:spcBef>
                <a:spcPts val="0"/>
              </a:spcBef>
              <a:spcAft>
                <a:spcPts val="0"/>
              </a:spcAft>
              <a:buNone/>
              <a:defRPr sz="2400">
                <a:solidFill>
                  <a:schemeClr val="lt1"/>
                </a:solidFill>
              </a:defRPr>
            </a:lvl9pPr>
          </a:lstStyle>
          <a:p>
            <a:endParaRPr/>
          </a:p>
        </p:txBody>
      </p:sp>
      <p:sp>
        <p:nvSpPr>
          <p:cNvPr id="127" name="Google Shape;127;p23"/>
          <p:cNvSpPr txBox="1">
            <a:spLocks noGrp="1"/>
          </p:cNvSpPr>
          <p:nvPr>
            <p:ph type="title" idx="2"/>
          </p:nvPr>
        </p:nvSpPr>
        <p:spPr>
          <a:xfrm>
            <a:off x="348863" y="3096975"/>
            <a:ext cx="4706700" cy="563100"/>
          </a:xfrm>
          <a:prstGeom prst="rect">
            <a:avLst/>
          </a:prstGeom>
        </p:spPr>
        <p:txBody>
          <a:bodyPr spcFirstLastPara="1" wrap="square" lIns="0" tIns="45700" rIns="0" bIns="45700" anchor="ctr" anchorCtr="0">
            <a:noAutofit/>
          </a:bodyPr>
          <a:lstStyle>
            <a:lvl1pPr lvl="0" rtl="0">
              <a:spcBef>
                <a:spcPts val="0"/>
              </a:spcBef>
              <a:spcAft>
                <a:spcPts val="0"/>
              </a:spcAft>
              <a:buNone/>
              <a:defRPr sz="1700">
                <a:solidFill>
                  <a:schemeClr val="accent5"/>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2_Quote Dark">
  <p:cSld name="2_Quote Dark">
    <p:bg>
      <p:bgPr>
        <a:solidFill>
          <a:schemeClr val="dk1"/>
        </a:solidFill>
        <a:effectLst/>
      </p:bgPr>
    </p:bg>
    <p:spTree>
      <p:nvGrpSpPr>
        <p:cNvPr id="1" name="Shape 128"/>
        <p:cNvGrpSpPr/>
        <p:nvPr/>
      </p:nvGrpSpPr>
      <p:grpSpPr>
        <a:xfrm>
          <a:off x="0" y="0"/>
          <a:ext cx="0" cy="0"/>
          <a:chOff x="0" y="0"/>
          <a:chExt cx="0" cy="0"/>
        </a:xfrm>
      </p:grpSpPr>
      <p:pic>
        <p:nvPicPr>
          <p:cNvPr id="129" name="Google Shape;129;p24" descr="A picture containing camera, sitting, man, table&#10;&#10;Description automatically generated"/>
          <p:cNvPicPr preferRelativeResize="0"/>
          <p:nvPr/>
        </p:nvPicPr>
        <p:blipFill rotWithShape="1">
          <a:blip r:embed="rId2">
            <a:alphaModFix/>
          </a:blip>
          <a:srcRect r="18706"/>
          <a:stretch/>
        </p:blipFill>
        <p:spPr>
          <a:xfrm>
            <a:off x="1710490" y="1"/>
            <a:ext cx="7433513" cy="5143500"/>
          </a:xfrm>
          <a:prstGeom prst="rect">
            <a:avLst/>
          </a:prstGeom>
          <a:noFill/>
          <a:ln>
            <a:noFill/>
          </a:ln>
        </p:spPr>
      </p:pic>
      <p:pic>
        <p:nvPicPr>
          <p:cNvPr id="130" name="Google Shape;130;p24" descr="A picture containing person, black, holding, white&#10;&#10;Description automatically generated"/>
          <p:cNvPicPr preferRelativeResize="0"/>
          <p:nvPr/>
        </p:nvPicPr>
        <p:blipFill rotWithShape="1">
          <a:blip r:embed="rId3">
            <a:alphaModFix/>
          </a:blip>
          <a:srcRect/>
          <a:stretch/>
        </p:blipFill>
        <p:spPr>
          <a:xfrm>
            <a:off x="0" y="1"/>
            <a:ext cx="9144000" cy="5143500"/>
          </a:xfrm>
          <a:prstGeom prst="rect">
            <a:avLst/>
          </a:prstGeom>
          <a:noFill/>
          <a:ln>
            <a:noFill/>
          </a:ln>
        </p:spPr>
      </p:pic>
      <p:pic>
        <p:nvPicPr>
          <p:cNvPr id="131" name="Google Shape;131;p24"/>
          <p:cNvPicPr preferRelativeResize="0"/>
          <p:nvPr/>
        </p:nvPicPr>
        <p:blipFill rotWithShape="1">
          <a:blip r:embed="rId4">
            <a:alphaModFix/>
          </a:blip>
          <a:srcRect/>
          <a:stretch/>
        </p:blipFill>
        <p:spPr>
          <a:xfrm>
            <a:off x="345736" y="4761295"/>
            <a:ext cx="1019018" cy="158725"/>
          </a:xfrm>
          <a:prstGeom prst="rect">
            <a:avLst/>
          </a:prstGeom>
          <a:noFill/>
          <a:ln>
            <a:noFill/>
          </a:ln>
        </p:spPr>
      </p:pic>
      <p:sp>
        <p:nvSpPr>
          <p:cNvPr id="132" name="Google Shape;132;p24"/>
          <p:cNvSpPr txBox="1">
            <a:spLocks noGrp="1"/>
          </p:cNvSpPr>
          <p:nvPr>
            <p:ph type="title"/>
          </p:nvPr>
        </p:nvSpPr>
        <p:spPr>
          <a:xfrm>
            <a:off x="344606" y="758925"/>
            <a:ext cx="4700400" cy="2276700"/>
          </a:xfrm>
          <a:prstGeom prst="rect">
            <a:avLst/>
          </a:prstGeom>
        </p:spPr>
        <p:txBody>
          <a:bodyPr spcFirstLastPara="1" wrap="square" lIns="0" tIns="45700" rIns="0" bIns="45700" anchor="ctr" anchorCtr="0">
            <a:noAutofit/>
          </a:bodyPr>
          <a:lstStyle>
            <a:lvl1pPr lvl="0" rtl="0">
              <a:spcBef>
                <a:spcPts val="0"/>
              </a:spcBef>
              <a:spcAft>
                <a:spcPts val="0"/>
              </a:spcAft>
              <a:buNone/>
              <a:defRPr sz="2400">
                <a:solidFill>
                  <a:schemeClr val="lt1"/>
                </a:solidFill>
              </a:defRPr>
            </a:lvl1pPr>
            <a:lvl2pPr lvl="1" rtl="0">
              <a:spcBef>
                <a:spcPts val="0"/>
              </a:spcBef>
              <a:spcAft>
                <a:spcPts val="0"/>
              </a:spcAft>
              <a:buNone/>
              <a:defRPr sz="2400">
                <a:solidFill>
                  <a:schemeClr val="lt1"/>
                </a:solidFill>
              </a:defRPr>
            </a:lvl2pPr>
            <a:lvl3pPr lvl="2" rtl="0">
              <a:spcBef>
                <a:spcPts val="0"/>
              </a:spcBef>
              <a:spcAft>
                <a:spcPts val="0"/>
              </a:spcAft>
              <a:buNone/>
              <a:defRPr sz="2400">
                <a:solidFill>
                  <a:schemeClr val="lt1"/>
                </a:solidFill>
              </a:defRPr>
            </a:lvl3pPr>
            <a:lvl4pPr lvl="3" rtl="0">
              <a:spcBef>
                <a:spcPts val="0"/>
              </a:spcBef>
              <a:spcAft>
                <a:spcPts val="0"/>
              </a:spcAft>
              <a:buNone/>
              <a:defRPr sz="2400">
                <a:solidFill>
                  <a:schemeClr val="lt1"/>
                </a:solidFill>
              </a:defRPr>
            </a:lvl4pPr>
            <a:lvl5pPr lvl="4" rtl="0">
              <a:spcBef>
                <a:spcPts val="0"/>
              </a:spcBef>
              <a:spcAft>
                <a:spcPts val="0"/>
              </a:spcAft>
              <a:buNone/>
              <a:defRPr sz="2400">
                <a:solidFill>
                  <a:schemeClr val="lt1"/>
                </a:solidFill>
              </a:defRPr>
            </a:lvl5pPr>
            <a:lvl6pPr lvl="5" rtl="0">
              <a:spcBef>
                <a:spcPts val="0"/>
              </a:spcBef>
              <a:spcAft>
                <a:spcPts val="0"/>
              </a:spcAft>
              <a:buNone/>
              <a:defRPr sz="2400">
                <a:solidFill>
                  <a:schemeClr val="lt1"/>
                </a:solidFill>
              </a:defRPr>
            </a:lvl6pPr>
            <a:lvl7pPr lvl="6" rtl="0">
              <a:spcBef>
                <a:spcPts val="0"/>
              </a:spcBef>
              <a:spcAft>
                <a:spcPts val="0"/>
              </a:spcAft>
              <a:buNone/>
              <a:defRPr sz="2400">
                <a:solidFill>
                  <a:schemeClr val="lt1"/>
                </a:solidFill>
              </a:defRPr>
            </a:lvl7pPr>
            <a:lvl8pPr lvl="7" rtl="0">
              <a:spcBef>
                <a:spcPts val="0"/>
              </a:spcBef>
              <a:spcAft>
                <a:spcPts val="0"/>
              </a:spcAft>
              <a:buNone/>
              <a:defRPr sz="2400">
                <a:solidFill>
                  <a:schemeClr val="lt1"/>
                </a:solidFill>
              </a:defRPr>
            </a:lvl8pPr>
            <a:lvl9pPr lvl="8" rtl="0">
              <a:spcBef>
                <a:spcPts val="0"/>
              </a:spcBef>
              <a:spcAft>
                <a:spcPts val="0"/>
              </a:spcAft>
              <a:buNone/>
              <a:defRPr sz="2400">
                <a:solidFill>
                  <a:schemeClr val="lt1"/>
                </a:solidFill>
              </a:defRPr>
            </a:lvl9pPr>
          </a:lstStyle>
          <a:p>
            <a:endParaRPr/>
          </a:p>
        </p:txBody>
      </p:sp>
      <p:sp>
        <p:nvSpPr>
          <p:cNvPr id="133" name="Google Shape;133;p24"/>
          <p:cNvSpPr txBox="1">
            <a:spLocks noGrp="1"/>
          </p:cNvSpPr>
          <p:nvPr>
            <p:ph type="title" idx="2"/>
          </p:nvPr>
        </p:nvSpPr>
        <p:spPr>
          <a:xfrm>
            <a:off x="348863" y="3096975"/>
            <a:ext cx="4706700" cy="563100"/>
          </a:xfrm>
          <a:prstGeom prst="rect">
            <a:avLst/>
          </a:prstGeom>
        </p:spPr>
        <p:txBody>
          <a:bodyPr spcFirstLastPara="1" wrap="square" lIns="0" tIns="45700" rIns="0" bIns="45700" anchor="ctr" anchorCtr="0">
            <a:noAutofit/>
          </a:bodyPr>
          <a:lstStyle>
            <a:lvl1pPr lvl="0" rtl="0">
              <a:spcBef>
                <a:spcPts val="0"/>
              </a:spcBef>
              <a:spcAft>
                <a:spcPts val="0"/>
              </a:spcAft>
              <a:buNone/>
              <a:defRPr sz="1700">
                <a:solidFill>
                  <a:schemeClr val="accent5"/>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Section Divider 01">
  <p:cSld name="Section Divider 01">
    <p:bg>
      <p:bgPr>
        <a:solidFill>
          <a:schemeClr val="dk1"/>
        </a:solidFill>
        <a:effectLst/>
      </p:bgPr>
    </p:bg>
    <p:spTree>
      <p:nvGrpSpPr>
        <p:cNvPr id="1" name="Shape 134"/>
        <p:cNvGrpSpPr/>
        <p:nvPr/>
      </p:nvGrpSpPr>
      <p:grpSpPr>
        <a:xfrm>
          <a:off x="0" y="0"/>
          <a:ext cx="0" cy="0"/>
          <a:chOff x="0" y="0"/>
          <a:chExt cx="0" cy="0"/>
        </a:xfrm>
      </p:grpSpPr>
      <p:pic>
        <p:nvPicPr>
          <p:cNvPr id="135" name="Google Shape;135;p25" descr="A picture containing building, light, traffic, white&#10;&#10;Description automatically generated"/>
          <p:cNvPicPr preferRelativeResize="0"/>
          <p:nvPr/>
        </p:nvPicPr>
        <p:blipFill rotWithShape="1">
          <a:blip r:embed="rId2">
            <a:alphaModFix/>
          </a:blip>
          <a:srcRect/>
          <a:stretch/>
        </p:blipFill>
        <p:spPr>
          <a:xfrm>
            <a:off x="0" y="1"/>
            <a:ext cx="9144000" cy="5143500"/>
          </a:xfrm>
          <a:prstGeom prst="rect">
            <a:avLst/>
          </a:prstGeom>
          <a:noFill/>
          <a:ln>
            <a:noFill/>
          </a:ln>
        </p:spPr>
      </p:pic>
      <p:sp>
        <p:nvSpPr>
          <p:cNvPr id="136" name="Google Shape;136;p25"/>
          <p:cNvSpPr txBox="1">
            <a:spLocks noGrp="1"/>
          </p:cNvSpPr>
          <p:nvPr>
            <p:ph type="title"/>
          </p:nvPr>
        </p:nvSpPr>
        <p:spPr>
          <a:xfrm>
            <a:off x="345737" y="2074667"/>
            <a:ext cx="8169615" cy="994172"/>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lt1"/>
              </a:buClr>
              <a:buSzPts val="3600"/>
              <a:buFont typeface="Barlow"/>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37" name="Google Shape;137;p25"/>
          <p:cNvPicPr preferRelativeResize="0"/>
          <p:nvPr/>
        </p:nvPicPr>
        <p:blipFill rotWithShape="1">
          <a:blip r:embed="rId3">
            <a:alphaModFix/>
          </a:blip>
          <a:srcRect/>
          <a:stretch/>
        </p:blipFill>
        <p:spPr>
          <a:xfrm>
            <a:off x="345736" y="4761295"/>
            <a:ext cx="1019018" cy="15872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Corporate Theme">
  <p:cSld name="Corporate Theme">
    <p:bg>
      <p:bgPr>
        <a:solidFill>
          <a:schemeClr val="dk1"/>
        </a:solidFill>
        <a:effectLst/>
      </p:bgPr>
    </p:bg>
    <p:spTree>
      <p:nvGrpSpPr>
        <p:cNvPr id="1" name="Shape 138"/>
        <p:cNvGrpSpPr/>
        <p:nvPr/>
      </p:nvGrpSpPr>
      <p:grpSpPr>
        <a:xfrm>
          <a:off x="0" y="0"/>
          <a:ext cx="0" cy="0"/>
          <a:chOff x="0" y="0"/>
          <a:chExt cx="0" cy="0"/>
        </a:xfrm>
      </p:grpSpPr>
      <p:pic>
        <p:nvPicPr>
          <p:cNvPr id="139" name="Google Shape;139;p26"/>
          <p:cNvPicPr preferRelativeResize="0"/>
          <p:nvPr/>
        </p:nvPicPr>
        <p:blipFill rotWithShape="1">
          <a:blip r:embed="rId2">
            <a:alphaModFix/>
          </a:blip>
          <a:srcRect/>
          <a:stretch/>
        </p:blipFill>
        <p:spPr>
          <a:xfrm>
            <a:off x="380403" y="2133691"/>
            <a:ext cx="4364182" cy="67963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mparison">
  <p:cSld name="Comparison">
    <p:bg>
      <p:bgPr>
        <a:solidFill>
          <a:schemeClr val="dk1"/>
        </a:solidFill>
        <a:effectLst/>
      </p:bgPr>
    </p:bg>
    <p:spTree>
      <p:nvGrpSpPr>
        <p:cNvPr id="1" name="Shape 140"/>
        <p:cNvGrpSpPr/>
        <p:nvPr/>
      </p:nvGrpSpPr>
      <p:grpSpPr>
        <a:xfrm>
          <a:off x="0" y="0"/>
          <a:ext cx="0" cy="0"/>
          <a:chOff x="0" y="0"/>
          <a:chExt cx="0" cy="0"/>
        </a:xfrm>
      </p:grpSpPr>
      <p:sp>
        <p:nvSpPr>
          <p:cNvPr id="141" name="Google Shape;141;p27"/>
          <p:cNvSpPr txBox="1">
            <a:spLocks noGrp="1"/>
          </p:cNvSpPr>
          <p:nvPr>
            <p:ph type="body" idx="1"/>
          </p:nvPr>
        </p:nvSpPr>
        <p:spPr>
          <a:xfrm>
            <a:off x="254760" y="1286171"/>
            <a:ext cx="4238700" cy="4797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lt1"/>
              </a:buClr>
              <a:buSzPts val="2160"/>
              <a:buFont typeface="Arial"/>
              <a:buNone/>
              <a:defRPr sz="2400" b="1" i="0" u="none" strike="noStrike" cap="none">
                <a:solidFill>
                  <a:schemeClr val="lt1"/>
                </a:solidFill>
                <a:latin typeface="Source Sans Pro"/>
                <a:ea typeface="Source Sans Pro"/>
                <a:cs typeface="Source Sans Pro"/>
                <a:sym typeface="Source Sans Pro"/>
              </a:defRPr>
            </a:lvl1pPr>
            <a:lvl2pPr marL="914400" marR="0" lvl="1" indent="-228600" algn="l" rtl="0">
              <a:lnSpc>
                <a:spcPct val="100000"/>
              </a:lnSpc>
              <a:spcBef>
                <a:spcPts val="400"/>
              </a:spcBef>
              <a:spcAft>
                <a:spcPts val="0"/>
              </a:spcAft>
              <a:buClr>
                <a:schemeClr val="lt1"/>
              </a:buClr>
              <a:buSzPts val="1800"/>
              <a:buFont typeface="Arial"/>
              <a:buNone/>
              <a:defRPr sz="2000" b="1" i="0" u="none" strike="noStrike" cap="none">
                <a:solidFill>
                  <a:schemeClr val="lt1"/>
                </a:solidFill>
                <a:latin typeface="Source Sans Pro"/>
                <a:ea typeface="Source Sans Pro"/>
                <a:cs typeface="Source Sans Pro"/>
                <a:sym typeface="Source Sans Pro"/>
              </a:defRPr>
            </a:lvl2pPr>
            <a:lvl3pPr marL="1371600" marR="0" lvl="2" indent="-228600" algn="l" rtl="0">
              <a:lnSpc>
                <a:spcPct val="100000"/>
              </a:lnSpc>
              <a:spcBef>
                <a:spcPts val="360"/>
              </a:spcBef>
              <a:spcAft>
                <a:spcPts val="0"/>
              </a:spcAft>
              <a:buClr>
                <a:schemeClr val="lt1"/>
              </a:buClr>
              <a:buSzPts val="1440"/>
              <a:buFont typeface="Merriweather Sans"/>
              <a:buNone/>
              <a:defRPr sz="1800" b="1" i="0" u="none" strike="noStrike" cap="none">
                <a:solidFill>
                  <a:schemeClr val="lt1"/>
                </a:solidFill>
                <a:latin typeface="Source Sans Pro"/>
                <a:ea typeface="Source Sans Pro"/>
                <a:cs typeface="Source Sans Pro"/>
                <a:sym typeface="Source Sans Pro"/>
              </a:defRPr>
            </a:lvl3pPr>
            <a:lvl4pPr marL="1828800" marR="0" lvl="3" indent="-228600" algn="l" rtl="0">
              <a:lnSpc>
                <a:spcPct val="100000"/>
              </a:lnSpc>
              <a:spcBef>
                <a:spcPts val="320"/>
              </a:spcBef>
              <a:spcAft>
                <a:spcPts val="0"/>
              </a:spcAft>
              <a:buClr>
                <a:schemeClr val="lt1"/>
              </a:buClr>
              <a:buSzPts val="1440"/>
              <a:buFont typeface="Arial"/>
              <a:buNone/>
              <a:defRPr sz="1600" b="1" i="0" u="none" strike="noStrike" cap="none">
                <a:solidFill>
                  <a:schemeClr val="lt1"/>
                </a:solidFill>
                <a:latin typeface="Source Sans Pro"/>
                <a:ea typeface="Source Sans Pro"/>
                <a:cs typeface="Source Sans Pro"/>
                <a:sym typeface="Source Sans Pro"/>
              </a:defRPr>
            </a:lvl4pPr>
            <a:lvl5pPr marL="2286000" marR="0" lvl="4" indent="-228600" algn="l" rtl="0">
              <a:lnSpc>
                <a:spcPct val="100000"/>
              </a:lnSpc>
              <a:spcBef>
                <a:spcPts val="320"/>
              </a:spcBef>
              <a:spcAft>
                <a:spcPts val="0"/>
              </a:spcAft>
              <a:buClr>
                <a:schemeClr val="lt1"/>
              </a:buClr>
              <a:buSzPts val="1280"/>
              <a:buFont typeface="Merriweather Sans"/>
              <a:buNone/>
              <a:defRPr sz="1600" b="1" i="0" u="none" strike="noStrike" cap="none">
                <a:solidFill>
                  <a:schemeClr val="lt1"/>
                </a:solidFill>
                <a:latin typeface="Source Sans Pro"/>
                <a:ea typeface="Source Sans Pro"/>
                <a:cs typeface="Source Sans Pro"/>
                <a:sym typeface="Source Sans Pro"/>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42" name="Google Shape;142;p27"/>
          <p:cNvSpPr txBox="1">
            <a:spLocks noGrp="1"/>
          </p:cNvSpPr>
          <p:nvPr>
            <p:ph type="body" idx="2"/>
          </p:nvPr>
        </p:nvSpPr>
        <p:spPr>
          <a:xfrm>
            <a:off x="4560360" y="1286171"/>
            <a:ext cx="4254900" cy="4797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lt1"/>
              </a:buClr>
              <a:buSzPts val="2160"/>
              <a:buFont typeface="Arial"/>
              <a:buNone/>
              <a:defRPr sz="2400" b="1" i="0" u="none" strike="noStrike" cap="none">
                <a:solidFill>
                  <a:schemeClr val="lt1"/>
                </a:solidFill>
                <a:latin typeface="Source Sans Pro"/>
                <a:ea typeface="Source Sans Pro"/>
                <a:cs typeface="Source Sans Pro"/>
                <a:sym typeface="Source Sans Pro"/>
              </a:defRPr>
            </a:lvl1pPr>
            <a:lvl2pPr marL="914400" marR="0" lvl="1" indent="-228600" algn="l" rtl="0">
              <a:lnSpc>
                <a:spcPct val="100000"/>
              </a:lnSpc>
              <a:spcBef>
                <a:spcPts val="400"/>
              </a:spcBef>
              <a:spcAft>
                <a:spcPts val="0"/>
              </a:spcAft>
              <a:buClr>
                <a:schemeClr val="lt1"/>
              </a:buClr>
              <a:buSzPts val="1800"/>
              <a:buFont typeface="Arial"/>
              <a:buNone/>
              <a:defRPr sz="2000" b="1" i="0" u="none" strike="noStrike" cap="none">
                <a:solidFill>
                  <a:schemeClr val="lt1"/>
                </a:solidFill>
                <a:latin typeface="Source Sans Pro"/>
                <a:ea typeface="Source Sans Pro"/>
                <a:cs typeface="Source Sans Pro"/>
                <a:sym typeface="Source Sans Pro"/>
              </a:defRPr>
            </a:lvl2pPr>
            <a:lvl3pPr marL="1371600" marR="0" lvl="2" indent="-228600" algn="l" rtl="0">
              <a:lnSpc>
                <a:spcPct val="100000"/>
              </a:lnSpc>
              <a:spcBef>
                <a:spcPts val="360"/>
              </a:spcBef>
              <a:spcAft>
                <a:spcPts val="0"/>
              </a:spcAft>
              <a:buClr>
                <a:schemeClr val="lt1"/>
              </a:buClr>
              <a:buSzPts val="1440"/>
              <a:buFont typeface="Merriweather Sans"/>
              <a:buNone/>
              <a:defRPr sz="1800" b="1" i="0" u="none" strike="noStrike" cap="none">
                <a:solidFill>
                  <a:schemeClr val="lt1"/>
                </a:solidFill>
                <a:latin typeface="Source Sans Pro"/>
                <a:ea typeface="Source Sans Pro"/>
                <a:cs typeface="Source Sans Pro"/>
                <a:sym typeface="Source Sans Pro"/>
              </a:defRPr>
            </a:lvl3pPr>
            <a:lvl4pPr marL="1828800" marR="0" lvl="3" indent="-228600" algn="l" rtl="0">
              <a:lnSpc>
                <a:spcPct val="100000"/>
              </a:lnSpc>
              <a:spcBef>
                <a:spcPts val="320"/>
              </a:spcBef>
              <a:spcAft>
                <a:spcPts val="0"/>
              </a:spcAft>
              <a:buClr>
                <a:schemeClr val="lt1"/>
              </a:buClr>
              <a:buSzPts val="1440"/>
              <a:buFont typeface="Arial"/>
              <a:buNone/>
              <a:defRPr sz="1600" b="1" i="0" u="none" strike="noStrike" cap="none">
                <a:solidFill>
                  <a:schemeClr val="lt1"/>
                </a:solidFill>
                <a:latin typeface="Source Sans Pro"/>
                <a:ea typeface="Source Sans Pro"/>
                <a:cs typeface="Source Sans Pro"/>
                <a:sym typeface="Source Sans Pro"/>
              </a:defRPr>
            </a:lvl4pPr>
            <a:lvl5pPr marL="2286000" marR="0" lvl="4" indent="-228600" algn="l" rtl="0">
              <a:lnSpc>
                <a:spcPct val="100000"/>
              </a:lnSpc>
              <a:spcBef>
                <a:spcPts val="320"/>
              </a:spcBef>
              <a:spcAft>
                <a:spcPts val="0"/>
              </a:spcAft>
              <a:buClr>
                <a:schemeClr val="lt1"/>
              </a:buClr>
              <a:buSzPts val="1280"/>
              <a:buFont typeface="Merriweather Sans"/>
              <a:buNone/>
              <a:defRPr sz="1600" b="1" i="0" u="none" strike="noStrike" cap="none">
                <a:solidFill>
                  <a:schemeClr val="lt1"/>
                </a:solidFill>
                <a:latin typeface="Source Sans Pro"/>
                <a:ea typeface="Source Sans Pro"/>
                <a:cs typeface="Source Sans Pro"/>
                <a:sym typeface="Source Sans Pro"/>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43" name="Google Shape;143;p27"/>
          <p:cNvSpPr txBox="1">
            <a:spLocks noGrp="1"/>
          </p:cNvSpPr>
          <p:nvPr>
            <p:ph type="title"/>
          </p:nvPr>
        </p:nvSpPr>
        <p:spPr>
          <a:xfrm>
            <a:off x="254760" y="206375"/>
            <a:ext cx="8560500" cy="8574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3600"/>
              <a:buNone/>
              <a:defRPr sz="4000" b="0" i="0" u="none" strike="noStrike" cap="none">
                <a:solidFill>
                  <a:schemeClr val="lt1"/>
                </a:solidFill>
                <a:latin typeface="Source Sans Pro"/>
                <a:ea typeface="Source Sans Pro"/>
                <a:cs typeface="Source Sans Pro"/>
                <a:sym typeface="Source Sans Pro"/>
              </a:defRPr>
            </a:lvl1pPr>
            <a:lvl2pPr marR="0" lvl="1" algn="l" rtl="0">
              <a:spcBef>
                <a:spcPts val="0"/>
              </a:spcBef>
              <a:spcAft>
                <a:spcPts val="0"/>
              </a:spcAft>
              <a:buSzPts val="1400"/>
              <a:buNone/>
              <a:defRPr sz="40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0" i="0" u="none" strike="noStrike" cap="none">
                <a:solidFill>
                  <a:schemeClr val="dk1"/>
                </a:solidFill>
                <a:latin typeface="Arial"/>
                <a:ea typeface="Arial"/>
                <a:cs typeface="Arial"/>
                <a:sym typeface="Arial"/>
              </a:defRPr>
            </a:lvl9pPr>
          </a:lstStyle>
          <a:p>
            <a:endParaRPr/>
          </a:p>
        </p:txBody>
      </p:sp>
      <p:sp>
        <p:nvSpPr>
          <p:cNvPr id="144" name="Google Shape;144;p27"/>
          <p:cNvSpPr txBox="1">
            <a:spLocks noGrp="1"/>
          </p:cNvSpPr>
          <p:nvPr>
            <p:ph type="body" idx="3"/>
          </p:nvPr>
        </p:nvSpPr>
        <p:spPr>
          <a:xfrm>
            <a:off x="4572000" y="1843144"/>
            <a:ext cx="4243200" cy="2963400"/>
          </a:xfrm>
          <a:prstGeom prst="rect">
            <a:avLst/>
          </a:prstGeom>
          <a:noFill/>
          <a:ln>
            <a:noFill/>
          </a:ln>
        </p:spPr>
        <p:txBody>
          <a:bodyPr spcFirstLastPara="1" wrap="square" lIns="91425" tIns="45700" rIns="91425" bIns="45700" anchor="t" anchorCtr="0">
            <a:noAutofit/>
          </a:bodyPr>
          <a:lstStyle>
            <a:lvl1pPr marL="457200" marR="0" lvl="0" indent="-342900" algn="l" rtl="0">
              <a:lnSpc>
                <a:spcPct val="100000"/>
              </a:lnSpc>
              <a:spcBef>
                <a:spcPts val="400"/>
              </a:spcBef>
              <a:spcAft>
                <a:spcPts val="0"/>
              </a:spcAft>
              <a:buClr>
                <a:schemeClr val="lt1"/>
              </a:buClr>
              <a:buSzPts val="1800"/>
              <a:buFont typeface="Arial"/>
              <a:buChar char="•"/>
              <a:defRPr sz="2000" b="0" i="0" u="none" strike="noStrike" cap="none">
                <a:solidFill>
                  <a:schemeClr val="lt1"/>
                </a:solidFill>
                <a:latin typeface="Source Sans Pro"/>
                <a:ea typeface="Source Sans Pro"/>
                <a:cs typeface="Source Sans Pro"/>
                <a:sym typeface="Source Sans Pro"/>
              </a:defRPr>
            </a:lvl1pPr>
            <a:lvl2pPr marL="914400" marR="0" lvl="1" indent="-331469" algn="l" rtl="0">
              <a:lnSpc>
                <a:spcPct val="100000"/>
              </a:lnSpc>
              <a:spcBef>
                <a:spcPts val="360"/>
              </a:spcBef>
              <a:spcAft>
                <a:spcPts val="0"/>
              </a:spcAft>
              <a:buClr>
                <a:schemeClr val="lt1"/>
              </a:buClr>
              <a:buSzPts val="1620"/>
              <a:buFont typeface="Merriweather Sans"/>
              <a:buChar char="–"/>
              <a:defRPr sz="1800" b="0" i="0" u="none" strike="noStrike" cap="none">
                <a:solidFill>
                  <a:schemeClr val="lt1"/>
                </a:solidFill>
                <a:latin typeface="Source Sans Pro"/>
                <a:ea typeface="Source Sans Pro"/>
                <a:cs typeface="Source Sans Pro"/>
                <a:sym typeface="Source Sans Pro"/>
              </a:defRPr>
            </a:lvl2pPr>
            <a:lvl3pPr marL="1371600" marR="0" lvl="2" indent="-299719" algn="l" rtl="0">
              <a:lnSpc>
                <a:spcPct val="100000"/>
              </a:lnSpc>
              <a:spcBef>
                <a:spcPts val="280"/>
              </a:spcBef>
              <a:spcAft>
                <a:spcPts val="0"/>
              </a:spcAft>
              <a:buClr>
                <a:schemeClr val="lt1"/>
              </a:buClr>
              <a:buSzPts val="1120"/>
              <a:buFont typeface="Arial"/>
              <a:buChar char="•"/>
              <a:defRPr sz="1400" b="0" i="0" u="none" strike="noStrike" cap="none">
                <a:solidFill>
                  <a:schemeClr val="lt1"/>
                </a:solidFill>
                <a:latin typeface="Source Sans Pro"/>
                <a:ea typeface="Source Sans Pro"/>
                <a:cs typeface="Source Sans Pro"/>
                <a:sym typeface="Source Sans Pro"/>
              </a:defRPr>
            </a:lvl3pPr>
            <a:lvl4pPr marL="1828800" marR="0" lvl="3" indent="-297180" algn="l" rtl="0">
              <a:lnSpc>
                <a:spcPct val="100000"/>
              </a:lnSpc>
              <a:spcBef>
                <a:spcPts val="240"/>
              </a:spcBef>
              <a:spcAft>
                <a:spcPts val="0"/>
              </a:spcAft>
              <a:buClr>
                <a:schemeClr val="lt1"/>
              </a:buClr>
              <a:buSzPts val="1080"/>
              <a:buFont typeface="Merriweather Sans"/>
              <a:buChar char="–"/>
              <a:defRPr sz="1200" b="0" i="0" u="none" strike="noStrike" cap="none">
                <a:solidFill>
                  <a:schemeClr val="lt1"/>
                </a:solidFill>
                <a:latin typeface="Source Sans Pro"/>
                <a:ea typeface="Source Sans Pro"/>
                <a:cs typeface="Source Sans Pro"/>
                <a:sym typeface="Source Sans Pro"/>
              </a:defRPr>
            </a:lvl4pPr>
            <a:lvl5pPr marL="2286000" marR="0" lvl="4" indent="-289560" algn="l" rtl="0">
              <a:lnSpc>
                <a:spcPct val="100000"/>
              </a:lnSpc>
              <a:spcBef>
                <a:spcPts val="240"/>
              </a:spcBef>
              <a:spcAft>
                <a:spcPts val="0"/>
              </a:spcAft>
              <a:buClr>
                <a:schemeClr val="lt1"/>
              </a:buClr>
              <a:buSzPts val="960"/>
              <a:buFont typeface="Arial"/>
              <a:buChar char="•"/>
              <a:defRPr sz="1200" b="0" i="0" u="none" strike="noStrike" cap="none">
                <a:solidFill>
                  <a:schemeClr val="lt1"/>
                </a:solidFill>
                <a:latin typeface="Source Sans Pro"/>
                <a:ea typeface="Source Sans Pro"/>
                <a:cs typeface="Source Sans Pro"/>
                <a:sym typeface="Source Sans Pro"/>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145" name="Google Shape;145;p27"/>
          <p:cNvSpPr txBox="1">
            <a:spLocks noGrp="1"/>
          </p:cNvSpPr>
          <p:nvPr>
            <p:ph type="body" idx="4"/>
          </p:nvPr>
        </p:nvSpPr>
        <p:spPr>
          <a:xfrm>
            <a:off x="254760" y="1843144"/>
            <a:ext cx="4234500" cy="2963400"/>
          </a:xfrm>
          <a:prstGeom prst="rect">
            <a:avLst/>
          </a:prstGeom>
          <a:noFill/>
          <a:ln>
            <a:noFill/>
          </a:ln>
        </p:spPr>
        <p:txBody>
          <a:bodyPr spcFirstLastPara="1" wrap="square" lIns="91425" tIns="45700" rIns="91425" bIns="45700" anchor="t" anchorCtr="0">
            <a:noAutofit/>
          </a:bodyPr>
          <a:lstStyle>
            <a:lvl1pPr marL="457200" marR="0" lvl="0" indent="-342900" algn="l" rtl="0">
              <a:lnSpc>
                <a:spcPct val="100000"/>
              </a:lnSpc>
              <a:spcBef>
                <a:spcPts val="400"/>
              </a:spcBef>
              <a:spcAft>
                <a:spcPts val="0"/>
              </a:spcAft>
              <a:buClr>
                <a:schemeClr val="lt1"/>
              </a:buClr>
              <a:buSzPts val="1800"/>
              <a:buFont typeface="Arial"/>
              <a:buChar char="•"/>
              <a:defRPr sz="2000" b="0" i="0" u="none" strike="noStrike" cap="none">
                <a:solidFill>
                  <a:schemeClr val="lt1"/>
                </a:solidFill>
                <a:latin typeface="Source Sans Pro"/>
                <a:ea typeface="Source Sans Pro"/>
                <a:cs typeface="Source Sans Pro"/>
                <a:sym typeface="Source Sans Pro"/>
              </a:defRPr>
            </a:lvl1pPr>
            <a:lvl2pPr marL="914400" marR="0" lvl="1" indent="-331469" algn="l" rtl="0">
              <a:lnSpc>
                <a:spcPct val="100000"/>
              </a:lnSpc>
              <a:spcBef>
                <a:spcPts val="360"/>
              </a:spcBef>
              <a:spcAft>
                <a:spcPts val="0"/>
              </a:spcAft>
              <a:buClr>
                <a:schemeClr val="lt1"/>
              </a:buClr>
              <a:buSzPts val="1620"/>
              <a:buFont typeface="Merriweather Sans"/>
              <a:buChar char="–"/>
              <a:defRPr sz="1800" b="0" i="0" u="none" strike="noStrike" cap="none">
                <a:solidFill>
                  <a:schemeClr val="lt1"/>
                </a:solidFill>
                <a:latin typeface="Source Sans Pro"/>
                <a:ea typeface="Source Sans Pro"/>
                <a:cs typeface="Source Sans Pro"/>
                <a:sym typeface="Source Sans Pro"/>
              </a:defRPr>
            </a:lvl2pPr>
            <a:lvl3pPr marL="1371600" marR="0" lvl="2" indent="-299719" algn="l" rtl="0">
              <a:lnSpc>
                <a:spcPct val="100000"/>
              </a:lnSpc>
              <a:spcBef>
                <a:spcPts val="280"/>
              </a:spcBef>
              <a:spcAft>
                <a:spcPts val="0"/>
              </a:spcAft>
              <a:buClr>
                <a:schemeClr val="lt1"/>
              </a:buClr>
              <a:buSzPts val="1120"/>
              <a:buFont typeface="Arial"/>
              <a:buChar char="•"/>
              <a:defRPr sz="1400" b="0" i="0" u="none" strike="noStrike" cap="none">
                <a:solidFill>
                  <a:schemeClr val="lt1"/>
                </a:solidFill>
                <a:latin typeface="Source Sans Pro"/>
                <a:ea typeface="Source Sans Pro"/>
                <a:cs typeface="Source Sans Pro"/>
                <a:sym typeface="Source Sans Pro"/>
              </a:defRPr>
            </a:lvl3pPr>
            <a:lvl4pPr marL="1828800" marR="0" lvl="3" indent="-297180" algn="l" rtl="0">
              <a:lnSpc>
                <a:spcPct val="100000"/>
              </a:lnSpc>
              <a:spcBef>
                <a:spcPts val="240"/>
              </a:spcBef>
              <a:spcAft>
                <a:spcPts val="0"/>
              </a:spcAft>
              <a:buClr>
                <a:schemeClr val="lt1"/>
              </a:buClr>
              <a:buSzPts val="1080"/>
              <a:buFont typeface="Merriweather Sans"/>
              <a:buChar char="–"/>
              <a:defRPr sz="1200" b="0" i="0" u="none" strike="noStrike" cap="none">
                <a:solidFill>
                  <a:schemeClr val="lt1"/>
                </a:solidFill>
                <a:latin typeface="Source Sans Pro"/>
                <a:ea typeface="Source Sans Pro"/>
                <a:cs typeface="Source Sans Pro"/>
                <a:sym typeface="Source Sans Pro"/>
              </a:defRPr>
            </a:lvl4pPr>
            <a:lvl5pPr marL="2286000" marR="0" lvl="4" indent="-289560" algn="l" rtl="0">
              <a:lnSpc>
                <a:spcPct val="100000"/>
              </a:lnSpc>
              <a:spcBef>
                <a:spcPts val="240"/>
              </a:spcBef>
              <a:spcAft>
                <a:spcPts val="0"/>
              </a:spcAft>
              <a:buClr>
                <a:schemeClr val="lt1"/>
              </a:buClr>
              <a:buSzPts val="960"/>
              <a:buFont typeface="Arial"/>
              <a:buChar char="•"/>
              <a:defRPr sz="1200" b="0" i="0" u="none" strike="noStrike" cap="none">
                <a:solidFill>
                  <a:schemeClr val="lt1"/>
                </a:solidFill>
                <a:latin typeface="Source Sans Pro"/>
                <a:ea typeface="Source Sans Pro"/>
                <a:cs typeface="Source Sans Pro"/>
                <a:sym typeface="Source Sans Pro"/>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pic>
        <p:nvPicPr>
          <p:cNvPr id="146" name="Google Shape;146;p27"/>
          <p:cNvPicPr preferRelativeResize="0"/>
          <p:nvPr/>
        </p:nvPicPr>
        <p:blipFill rotWithShape="1">
          <a:blip r:embed="rId2">
            <a:alphaModFix/>
          </a:blip>
          <a:srcRect/>
          <a:stretch/>
        </p:blipFill>
        <p:spPr>
          <a:xfrm>
            <a:off x="7919917" y="4840370"/>
            <a:ext cx="1050506" cy="178586"/>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7"/>
        <p:cNvGrpSpPr/>
        <p:nvPr/>
      </p:nvGrpSpPr>
      <p:grpSpPr>
        <a:xfrm>
          <a:off x="0" y="0"/>
          <a:ext cx="0" cy="0"/>
          <a:chOff x="0" y="0"/>
          <a:chExt cx="0" cy="0"/>
        </a:xfrm>
      </p:grpSpPr>
      <p:sp>
        <p:nvSpPr>
          <p:cNvPr id="148" name="Google Shape;148;p28"/>
          <p:cNvSpPr txBox="1">
            <a:spLocks noGrp="1"/>
          </p:cNvSpPr>
          <p:nvPr>
            <p:ph type="title"/>
          </p:nvPr>
        </p:nvSpPr>
        <p:spPr>
          <a:xfrm>
            <a:off x="311700" y="445025"/>
            <a:ext cx="8520600" cy="572700"/>
          </a:xfrm>
          <a:prstGeom prst="rect">
            <a:avLst/>
          </a:prstGeom>
        </p:spPr>
        <p:txBody>
          <a:bodyPr spcFirstLastPara="1" wrap="square" lIns="0" tIns="45700" rIns="0" bIns="45700" anchor="ctr" anchorCtr="0">
            <a:noAutofit/>
          </a:bodyPr>
          <a:lstStyle>
            <a:lvl1pPr lvl="0" rtl="0">
              <a:spcBef>
                <a:spcPts val="0"/>
              </a:spcBef>
              <a:spcAft>
                <a:spcPts val="0"/>
              </a:spcAft>
              <a:buSzPts val="36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9" name="Google Shape;149;p28"/>
          <p:cNvSpPr txBox="1">
            <a:spLocks noGrp="1"/>
          </p:cNvSpPr>
          <p:nvPr>
            <p:ph type="body" idx="1"/>
          </p:nvPr>
        </p:nvSpPr>
        <p:spPr>
          <a:xfrm>
            <a:off x="311700" y="1152475"/>
            <a:ext cx="8520600" cy="3416400"/>
          </a:xfrm>
          <a:prstGeom prst="rect">
            <a:avLst/>
          </a:prstGeom>
        </p:spPr>
        <p:txBody>
          <a:bodyPr spcFirstLastPara="1" wrap="square" lIns="0" tIns="45700" rIns="0" bIns="45700" anchor="t" anchorCtr="0">
            <a:noAutofit/>
          </a:bodyPr>
          <a:lstStyle>
            <a:lvl1pPr marL="457200" lvl="0" indent="-361950" rtl="0">
              <a:spcBef>
                <a:spcPts val="750"/>
              </a:spcBef>
              <a:spcAft>
                <a:spcPts val="0"/>
              </a:spcAft>
              <a:buSzPts val="2100"/>
              <a:buChar char="▪"/>
              <a:defRPr/>
            </a:lvl1pPr>
            <a:lvl2pPr marL="914400" lvl="1" indent="-342900" rtl="0">
              <a:spcBef>
                <a:spcPts val="375"/>
              </a:spcBef>
              <a:spcAft>
                <a:spcPts val="0"/>
              </a:spcAft>
              <a:buSzPts val="1800"/>
              <a:buChar char="▪"/>
              <a:defRPr/>
            </a:lvl2pPr>
            <a:lvl3pPr marL="1371600" lvl="2" indent="-323850" rtl="0">
              <a:spcBef>
                <a:spcPts val="375"/>
              </a:spcBef>
              <a:spcAft>
                <a:spcPts val="0"/>
              </a:spcAft>
              <a:buSzPts val="1500"/>
              <a:buChar char="▪"/>
              <a:defRPr/>
            </a:lvl3pPr>
            <a:lvl4pPr marL="1828800" lvl="3" indent="-311150" rtl="0">
              <a:spcBef>
                <a:spcPts val="375"/>
              </a:spcBef>
              <a:spcAft>
                <a:spcPts val="0"/>
              </a:spcAft>
              <a:buSzPts val="1300"/>
              <a:buChar char="▪"/>
              <a:defRPr/>
            </a:lvl4pPr>
            <a:lvl5pPr marL="2286000" lvl="4" indent="-298450" rtl="0">
              <a:spcBef>
                <a:spcPts val="375"/>
              </a:spcBef>
              <a:spcAft>
                <a:spcPts val="0"/>
              </a:spcAft>
              <a:buSzPts val="1100"/>
              <a:buChar char="▪"/>
              <a:defRPr/>
            </a:lvl5pPr>
            <a:lvl6pPr marL="2743200" lvl="5" indent="-298450" rtl="0">
              <a:spcBef>
                <a:spcPts val="375"/>
              </a:spcBef>
              <a:spcAft>
                <a:spcPts val="0"/>
              </a:spcAft>
              <a:buSzPts val="1100"/>
              <a:buChar char="▪"/>
              <a:defRPr/>
            </a:lvl6pPr>
            <a:lvl7pPr marL="3200400" lvl="6" indent="-298450" rtl="0">
              <a:spcBef>
                <a:spcPts val="375"/>
              </a:spcBef>
              <a:spcAft>
                <a:spcPts val="0"/>
              </a:spcAft>
              <a:buSzPts val="1100"/>
              <a:buChar char="▪"/>
              <a:defRPr/>
            </a:lvl7pPr>
            <a:lvl8pPr marL="3657600" lvl="7" indent="-298450" rtl="0">
              <a:spcBef>
                <a:spcPts val="375"/>
              </a:spcBef>
              <a:spcAft>
                <a:spcPts val="0"/>
              </a:spcAft>
              <a:buSzPts val="1100"/>
              <a:buChar char="▪"/>
              <a:defRPr/>
            </a:lvl8pPr>
            <a:lvl9pPr marL="4114800" lvl="8" indent="-298450" rtl="0">
              <a:spcBef>
                <a:spcPts val="375"/>
              </a:spcBef>
              <a:spcAft>
                <a:spcPts val="0"/>
              </a:spcAft>
              <a:buSzPts val="1100"/>
              <a:buChar char="▪"/>
              <a:defRPr/>
            </a:lvl9pPr>
          </a:lstStyle>
          <a:p>
            <a:endParaRPr/>
          </a:p>
        </p:txBody>
      </p:sp>
      <p:sp>
        <p:nvSpPr>
          <p:cNvPr id="150" name="Google Shape;150;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1">
  <p:cSld name="Title Slide 1">
    <p:bg>
      <p:bgPr>
        <a:solidFill>
          <a:schemeClr val="lt2"/>
        </a:solidFill>
        <a:effectLst/>
      </p:bgPr>
    </p:bg>
    <p:spTree>
      <p:nvGrpSpPr>
        <p:cNvPr id="1" name="Shape 447"/>
        <p:cNvGrpSpPr/>
        <p:nvPr/>
      </p:nvGrpSpPr>
      <p:grpSpPr>
        <a:xfrm>
          <a:off x="0" y="0"/>
          <a:ext cx="0" cy="0"/>
          <a:chOff x="0" y="0"/>
          <a:chExt cx="0" cy="0"/>
        </a:xfrm>
      </p:grpSpPr>
      <p:pic>
        <p:nvPicPr>
          <p:cNvPr id="448" name="Google Shape;448;p69"/>
          <p:cNvPicPr preferRelativeResize="0"/>
          <p:nvPr/>
        </p:nvPicPr>
        <p:blipFill>
          <a:blip r:embed="rId2">
            <a:alphaModFix/>
          </a:blip>
          <a:stretch>
            <a:fillRect/>
          </a:stretch>
        </p:blipFill>
        <p:spPr>
          <a:xfrm>
            <a:off x="270097" y="282167"/>
            <a:ext cx="1269496" cy="246370"/>
          </a:xfrm>
          <a:prstGeom prst="rect">
            <a:avLst/>
          </a:prstGeom>
          <a:noFill/>
          <a:ln>
            <a:noFill/>
          </a:ln>
        </p:spPr>
      </p:pic>
      <p:sp>
        <p:nvSpPr>
          <p:cNvPr id="449" name="Google Shape;449;p69"/>
          <p:cNvSpPr/>
          <p:nvPr/>
        </p:nvSpPr>
        <p:spPr>
          <a:xfrm>
            <a:off x="6008443" y="0"/>
            <a:ext cx="3135600" cy="962400"/>
          </a:xfrm>
          <a:prstGeom prst="rect">
            <a:avLst/>
          </a:prstGeom>
          <a:solidFill>
            <a:srgbClr val="FFFFFF"/>
          </a:solidFill>
          <a:ln>
            <a:noFill/>
          </a:ln>
        </p:spPr>
        <p:txBody>
          <a:bodyPr spcFirstLastPara="1" wrap="square" lIns="134475" tIns="107575" rIns="134475" bIns="107575" anchor="t" anchorCtr="0">
            <a:noAutofit/>
          </a:bodyPr>
          <a:lstStyle/>
          <a:p>
            <a:pPr marL="0" marR="0" lvl="0" indent="0" algn="ctr" rtl="0">
              <a:lnSpc>
                <a:spcPct val="90000"/>
              </a:lnSpc>
              <a:spcBef>
                <a:spcPts val="0"/>
              </a:spcBef>
              <a:spcAft>
                <a:spcPts val="0"/>
              </a:spcAft>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450" name="Google Shape;450;p69"/>
          <p:cNvSpPr txBox="1">
            <a:spLocks noGrp="1"/>
          </p:cNvSpPr>
          <p:nvPr>
            <p:ph type="title"/>
          </p:nvPr>
        </p:nvSpPr>
        <p:spPr>
          <a:xfrm>
            <a:off x="305092" y="2272496"/>
            <a:ext cx="7222800" cy="1344900"/>
          </a:xfrm>
          <a:prstGeom prst="rect">
            <a:avLst/>
          </a:prstGeom>
          <a:noFill/>
          <a:ln>
            <a:noFill/>
          </a:ln>
        </p:spPr>
        <p:txBody>
          <a:bodyPr spcFirstLastPara="1" wrap="square" lIns="0" tIns="0" rIns="0" bIns="134475" anchor="b" anchorCtr="0">
            <a:noAutofit/>
          </a:bodyPr>
          <a:lstStyle>
            <a:lvl1pPr lvl="0" algn="l" rtl="0">
              <a:lnSpc>
                <a:spcPct val="90000"/>
              </a:lnSpc>
              <a:spcBef>
                <a:spcPts val="0"/>
              </a:spcBef>
              <a:spcAft>
                <a:spcPts val="0"/>
              </a:spcAft>
              <a:buClr>
                <a:schemeClr val="dk2"/>
              </a:buClr>
              <a:buSzPts val="3500"/>
              <a:buFont typeface="Quattrocento Sans"/>
              <a:buNone/>
              <a:defRPr sz="3500" strike="noStrike">
                <a:solidFill>
                  <a:schemeClr val="dk2"/>
                </a:solidFill>
              </a:defRPr>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sp>
        <p:nvSpPr>
          <p:cNvPr id="451" name="Google Shape;451;p69"/>
          <p:cNvSpPr txBox="1">
            <a:spLocks noGrp="1"/>
          </p:cNvSpPr>
          <p:nvPr>
            <p:ph type="body" idx="1"/>
          </p:nvPr>
        </p:nvSpPr>
        <p:spPr>
          <a:xfrm>
            <a:off x="348631" y="3635745"/>
            <a:ext cx="7202100" cy="558900"/>
          </a:xfrm>
          <a:prstGeom prst="rect">
            <a:avLst/>
          </a:prstGeom>
          <a:noFill/>
          <a:ln>
            <a:noFill/>
          </a:ln>
        </p:spPr>
        <p:txBody>
          <a:bodyPr spcFirstLastPara="1" wrap="square" lIns="0" tIns="67225" rIns="107575" bIns="67225" anchor="t" anchorCtr="0">
            <a:noAutofit/>
          </a:bodyPr>
          <a:lstStyle>
            <a:lvl1pPr marL="457200" lvl="0" indent="-228600" algn="l" rtl="0">
              <a:lnSpc>
                <a:spcPct val="100000"/>
              </a:lnSpc>
              <a:spcBef>
                <a:spcPts val="0"/>
              </a:spcBef>
              <a:spcAft>
                <a:spcPts val="0"/>
              </a:spcAft>
              <a:buClr>
                <a:schemeClr val="dk1"/>
              </a:buClr>
              <a:buSzPts val="1200"/>
              <a:buNone/>
              <a:defRPr sz="1300"/>
            </a:lvl1pPr>
            <a:lvl2pPr marL="914400" lvl="1" indent="-228600" algn="l" rtl="0">
              <a:lnSpc>
                <a:spcPct val="100000"/>
              </a:lnSpc>
              <a:spcBef>
                <a:spcPts val="0"/>
              </a:spcBef>
              <a:spcAft>
                <a:spcPts val="0"/>
              </a:spcAft>
              <a:buClr>
                <a:schemeClr val="dk1"/>
              </a:buClr>
              <a:buSzPts val="1200"/>
              <a:buNone/>
              <a:defRPr sz="1300"/>
            </a:lvl2pPr>
            <a:lvl3pPr marL="1371600" lvl="2" indent="-228600" algn="l" rtl="0">
              <a:lnSpc>
                <a:spcPct val="100000"/>
              </a:lnSpc>
              <a:spcBef>
                <a:spcPts val="0"/>
              </a:spcBef>
              <a:spcAft>
                <a:spcPts val="0"/>
              </a:spcAft>
              <a:buClr>
                <a:schemeClr val="dk2"/>
              </a:buClr>
              <a:buSzPts val="900"/>
              <a:buNone/>
              <a:defRPr sz="1000"/>
            </a:lvl3pPr>
            <a:lvl4pPr marL="1828800" lvl="3" indent="-228600" algn="l" rtl="0">
              <a:lnSpc>
                <a:spcPct val="100000"/>
              </a:lnSpc>
              <a:spcBef>
                <a:spcPts val="0"/>
              </a:spcBef>
              <a:spcAft>
                <a:spcPts val="0"/>
              </a:spcAft>
              <a:buClr>
                <a:schemeClr val="dk1"/>
              </a:buClr>
              <a:buSzPts val="900"/>
              <a:buNone/>
              <a:defRPr sz="1000"/>
            </a:lvl4pPr>
            <a:lvl5pPr marL="2286000" lvl="4" indent="-228600" algn="l" rtl="0">
              <a:lnSpc>
                <a:spcPct val="100000"/>
              </a:lnSpc>
              <a:spcBef>
                <a:spcPts val="0"/>
              </a:spcBef>
              <a:spcAft>
                <a:spcPts val="0"/>
              </a:spcAft>
              <a:buClr>
                <a:schemeClr val="dk1"/>
              </a:buClr>
              <a:buSzPts val="700"/>
              <a:buNone/>
              <a:defRPr sz="800"/>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52" name="Google Shape;452;p69"/>
          <p:cNvSpPr/>
          <p:nvPr/>
        </p:nvSpPr>
        <p:spPr>
          <a:xfrm>
            <a:off x="7380331" y="224138"/>
            <a:ext cx="1561500" cy="652500"/>
          </a:xfrm>
          <a:prstGeom prst="rect">
            <a:avLst/>
          </a:prstGeom>
          <a:solidFill>
            <a:srgbClr val="FFFFFF"/>
          </a:solidFill>
          <a:ln>
            <a:noFill/>
          </a:ln>
        </p:spPr>
        <p:txBody>
          <a:bodyPr spcFirstLastPara="1" wrap="square" lIns="134475" tIns="107575" rIns="134475" bIns="107575" anchor="t" anchorCtr="0">
            <a:noAutofit/>
          </a:bodyPr>
          <a:lstStyle/>
          <a:p>
            <a:pPr marL="0" marR="0" lvl="0" indent="0" algn="ctr" rtl="0">
              <a:lnSpc>
                <a:spcPct val="90000"/>
              </a:lnSpc>
              <a:spcBef>
                <a:spcPts val="0"/>
              </a:spcBef>
              <a:spcAft>
                <a:spcPts val="0"/>
              </a:spcAft>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453" name="Google Shape;453;p69"/>
          <p:cNvSpPr txBox="1">
            <a:spLocks noGrp="1"/>
          </p:cNvSpPr>
          <p:nvPr>
            <p:ph type="body" idx="2"/>
          </p:nvPr>
        </p:nvSpPr>
        <p:spPr>
          <a:xfrm>
            <a:off x="352221" y="876707"/>
            <a:ext cx="2707200" cy="1271400"/>
          </a:xfrm>
          <a:prstGeom prst="rect">
            <a:avLst/>
          </a:prstGeom>
          <a:noFill/>
          <a:ln>
            <a:noFill/>
          </a:ln>
        </p:spPr>
        <p:txBody>
          <a:bodyPr spcFirstLastPara="1" wrap="square" lIns="0" tIns="67225" rIns="107575" bIns="67225" anchor="b" anchorCtr="0">
            <a:noAutofit/>
          </a:bodyPr>
          <a:lstStyle>
            <a:lvl1pPr marL="457200" lvl="0" indent="-228600" algn="ctr" rtl="0">
              <a:lnSpc>
                <a:spcPct val="100000"/>
              </a:lnSpc>
              <a:spcBef>
                <a:spcPts val="0"/>
              </a:spcBef>
              <a:spcAft>
                <a:spcPts val="0"/>
              </a:spcAft>
              <a:buClr>
                <a:schemeClr val="dk1"/>
              </a:buClr>
              <a:buSzPts val="1100"/>
              <a:buNone/>
              <a:defRPr sz="1200">
                <a:solidFill>
                  <a:schemeClr val="dk1"/>
                </a:solidFill>
                <a:latin typeface="Quattrocento Sans"/>
                <a:ea typeface="Quattrocento Sans"/>
                <a:cs typeface="Quattrocento Sans"/>
                <a:sym typeface="Quattrocento Sans"/>
              </a:defRPr>
            </a:lvl1pPr>
            <a:lvl2pPr marL="914400" lvl="1" indent="-228600" algn="l" rtl="0">
              <a:lnSpc>
                <a:spcPct val="100000"/>
              </a:lnSpc>
              <a:spcBef>
                <a:spcPts val="0"/>
              </a:spcBef>
              <a:spcAft>
                <a:spcPts val="0"/>
              </a:spcAft>
              <a:buClr>
                <a:schemeClr val="dk1"/>
              </a:buClr>
              <a:buSzPts val="12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12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454"/>
        <p:cNvGrpSpPr/>
        <p:nvPr/>
      </p:nvGrpSpPr>
      <p:grpSpPr>
        <a:xfrm>
          <a:off x="0" y="0"/>
          <a:ext cx="0" cy="0"/>
          <a:chOff x="0" y="0"/>
          <a:chExt cx="0" cy="0"/>
        </a:xfrm>
      </p:grpSpPr>
      <p:sp>
        <p:nvSpPr>
          <p:cNvPr id="455" name="Google Shape;455;p70"/>
          <p:cNvSpPr txBox="1">
            <a:spLocks noGrp="1"/>
          </p:cNvSpPr>
          <p:nvPr>
            <p:ph type="title"/>
          </p:nvPr>
        </p:nvSpPr>
        <p:spPr>
          <a:xfrm>
            <a:off x="341996" y="876707"/>
            <a:ext cx="2713800" cy="6747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Clr>
                <a:schemeClr val="dk1"/>
              </a:buClr>
              <a:buSzPts val="1300"/>
              <a:buFont typeface="Quattrocento Sans"/>
              <a:buNone/>
              <a:defRPr sz="1300">
                <a:solidFill>
                  <a:schemeClr val="dk1"/>
                </a:solidFill>
              </a:defRPr>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sp>
        <p:nvSpPr>
          <p:cNvPr id="456" name="Google Shape;456;p70"/>
          <p:cNvSpPr txBox="1">
            <a:spLocks noGrp="1"/>
          </p:cNvSpPr>
          <p:nvPr>
            <p:ph type="body" idx="1"/>
          </p:nvPr>
        </p:nvSpPr>
        <p:spPr>
          <a:xfrm>
            <a:off x="4672382" y="876707"/>
            <a:ext cx="2878200" cy="2840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Clr>
                <a:schemeClr val="dk2"/>
              </a:buClr>
              <a:buSzPts val="1200"/>
              <a:buNone/>
              <a:defRPr sz="1300">
                <a:solidFill>
                  <a:schemeClr val="dk2"/>
                </a:solidFill>
              </a:defRPr>
            </a:lvl1pPr>
            <a:lvl2pPr marL="914400" lvl="1" indent="-228600" algn="l" rtl="0">
              <a:lnSpc>
                <a:spcPct val="100000"/>
              </a:lnSpc>
              <a:spcBef>
                <a:spcPts val="400"/>
              </a:spcBef>
              <a:spcAft>
                <a:spcPts val="0"/>
              </a:spcAft>
              <a:buClr>
                <a:schemeClr val="dk1"/>
              </a:buClr>
              <a:buSzPts val="1200"/>
              <a:buNone/>
              <a:defRPr sz="1300"/>
            </a:lvl2pPr>
            <a:lvl3pPr marL="1371600" lvl="2" indent="-228600" algn="l" rtl="0">
              <a:lnSpc>
                <a:spcPct val="100000"/>
              </a:lnSpc>
              <a:spcBef>
                <a:spcPts val="0"/>
              </a:spcBef>
              <a:spcAft>
                <a:spcPts val="0"/>
              </a:spcAft>
              <a:buClr>
                <a:schemeClr val="dk2"/>
              </a:buClr>
              <a:buSzPts val="1200"/>
              <a:buNone/>
              <a:defRPr sz="1300"/>
            </a:lvl3pPr>
            <a:lvl4pPr marL="1828800" lvl="3" indent="-228600" algn="l" rtl="0">
              <a:lnSpc>
                <a:spcPct val="100000"/>
              </a:lnSpc>
              <a:spcBef>
                <a:spcPts val="0"/>
              </a:spcBef>
              <a:spcAft>
                <a:spcPts val="0"/>
              </a:spcAft>
              <a:buClr>
                <a:schemeClr val="dk1"/>
              </a:buClr>
              <a:buSzPts val="1200"/>
              <a:buNone/>
              <a:defRPr sz="1300"/>
            </a:lvl4pPr>
            <a:lvl5pPr marL="2286000" lvl="4" indent="-228600" algn="l" rtl="0">
              <a:lnSpc>
                <a:spcPct val="100000"/>
              </a:lnSpc>
              <a:spcBef>
                <a:spcPts val="0"/>
              </a:spcBef>
              <a:spcAft>
                <a:spcPts val="0"/>
              </a:spcAft>
              <a:buClr>
                <a:schemeClr val="dk1"/>
              </a:buClr>
              <a:buSzPts val="1200"/>
              <a:buNone/>
              <a:defRPr sz="1300"/>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ext Layout">
  <p:cSld name="Text Layout">
    <p:spTree>
      <p:nvGrpSpPr>
        <p:cNvPr id="1" name="Shape 457"/>
        <p:cNvGrpSpPr/>
        <p:nvPr/>
      </p:nvGrpSpPr>
      <p:grpSpPr>
        <a:xfrm>
          <a:off x="0" y="0"/>
          <a:ext cx="0" cy="0"/>
          <a:chOff x="0" y="0"/>
          <a:chExt cx="0" cy="0"/>
        </a:xfrm>
      </p:grpSpPr>
      <p:sp>
        <p:nvSpPr>
          <p:cNvPr id="458" name="Google Shape;458;p71"/>
          <p:cNvSpPr txBox="1">
            <a:spLocks noGrp="1"/>
          </p:cNvSpPr>
          <p:nvPr>
            <p:ph type="title"/>
          </p:nvPr>
        </p:nvSpPr>
        <p:spPr>
          <a:xfrm>
            <a:off x="341996" y="465321"/>
            <a:ext cx="8479800" cy="302400"/>
          </a:xfrm>
          <a:prstGeom prst="rect">
            <a:avLst/>
          </a:prstGeom>
          <a:noFill/>
          <a:ln>
            <a:noFill/>
          </a:ln>
        </p:spPr>
        <p:txBody>
          <a:bodyPr spcFirstLastPara="1" wrap="square" lIns="0" tIns="0" rIns="0" bIns="0" anchor="t" anchorCtr="0">
            <a:noAutofit/>
          </a:bodyPr>
          <a:lstStyle>
            <a:lvl1pPr lvl="0" algn="l" rtl="0">
              <a:lnSpc>
                <a:spcPct val="114285"/>
              </a:lnSpc>
              <a:spcBef>
                <a:spcPts val="0"/>
              </a:spcBef>
              <a:spcAft>
                <a:spcPts val="0"/>
              </a:spcAft>
              <a:buClr>
                <a:schemeClr val="dk1"/>
              </a:buClr>
              <a:buSzPts val="2100"/>
              <a:buFont typeface="Quattrocento Sans"/>
              <a:buNone/>
              <a:defRPr sz="2100">
                <a:solidFill>
                  <a:schemeClr val="dk1"/>
                </a:solidFill>
              </a:defRPr>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sp>
        <p:nvSpPr>
          <p:cNvPr id="459" name="Google Shape;459;p71"/>
          <p:cNvSpPr txBox="1">
            <a:spLocks noGrp="1"/>
          </p:cNvSpPr>
          <p:nvPr>
            <p:ph type="body" idx="1"/>
          </p:nvPr>
        </p:nvSpPr>
        <p:spPr>
          <a:xfrm>
            <a:off x="341996" y="1442101"/>
            <a:ext cx="8479800" cy="452700"/>
          </a:xfrm>
          <a:prstGeom prst="rect">
            <a:avLst/>
          </a:prstGeom>
          <a:noFill/>
          <a:ln>
            <a:noFill/>
          </a:ln>
        </p:spPr>
        <p:txBody>
          <a:bodyPr spcFirstLastPara="1" wrap="square" lIns="0" tIns="0" rIns="0" bIns="0" anchor="t" anchorCtr="0">
            <a:noAutofit/>
          </a:bodyPr>
          <a:lstStyle>
            <a:lvl1pPr marL="457200" lvl="0" indent="-228600" algn="l" rtl="0">
              <a:lnSpc>
                <a:spcPct val="120000"/>
              </a:lnSpc>
              <a:spcBef>
                <a:spcPts val="0"/>
              </a:spcBef>
              <a:spcAft>
                <a:spcPts val="0"/>
              </a:spcAft>
              <a:buClr>
                <a:schemeClr val="dk1"/>
              </a:buClr>
              <a:buSzPts val="1300"/>
              <a:buNone/>
              <a:defRPr sz="1500" b="0" i="0">
                <a:solidFill>
                  <a:schemeClr val="dk1"/>
                </a:solidFill>
                <a:latin typeface="Quattrocento Sans"/>
                <a:ea typeface="Quattrocento Sans"/>
                <a:cs typeface="Quattrocento Sans"/>
                <a:sym typeface="Quattrocento Sans"/>
              </a:defRPr>
            </a:lvl1pPr>
            <a:lvl2pPr marL="914400" lvl="1" indent="-228600" algn="l" rtl="0">
              <a:lnSpc>
                <a:spcPct val="120000"/>
              </a:lnSpc>
              <a:spcBef>
                <a:spcPts val="0"/>
              </a:spcBef>
              <a:spcAft>
                <a:spcPts val="0"/>
              </a:spcAft>
              <a:buClr>
                <a:schemeClr val="dk1"/>
              </a:buClr>
              <a:buSzPts val="13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60" name="Google Shape;460;p71"/>
          <p:cNvSpPr txBox="1">
            <a:spLocks noGrp="1"/>
          </p:cNvSpPr>
          <p:nvPr>
            <p:ph type="body" idx="2"/>
          </p:nvPr>
        </p:nvSpPr>
        <p:spPr>
          <a:xfrm>
            <a:off x="341996" y="2363541"/>
            <a:ext cx="8479800" cy="327000"/>
          </a:xfrm>
          <a:prstGeom prst="rect">
            <a:avLst/>
          </a:prstGeom>
          <a:noFill/>
          <a:ln>
            <a:noFill/>
          </a:ln>
        </p:spPr>
        <p:txBody>
          <a:bodyPr spcFirstLastPara="1" wrap="square" lIns="0" tIns="0" rIns="0" bIns="0" anchor="t" anchorCtr="0">
            <a:noAutofit/>
          </a:bodyPr>
          <a:lstStyle>
            <a:lvl1pPr marL="457200" lvl="0" indent="-228600" algn="l" rtl="0">
              <a:lnSpc>
                <a:spcPct val="128571"/>
              </a:lnSpc>
              <a:spcBef>
                <a:spcPts val="0"/>
              </a:spcBef>
              <a:spcAft>
                <a:spcPts val="0"/>
              </a:spcAft>
              <a:buClr>
                <a:schemeClr val="dk2"/>
              </a:buClr>
              <a:buSzPts val="900"/>
              <a:buNone/>
              <a:defRPr sz="1000" b="0">
                <a:solidFill>
                  <a:schemeClr val="dk2"/>
                </a:solidFill>
                <a:latin typeface="Quattrocento Sans"/>
                <a:ea typeface="Quattrocento Sans"/>
                <a:cs typeface="Quattrocento Sans"/>
                <a:sym typeface="Quattrocento Sans"/>
              </a:defRPr>
            </a:lvl1pPr>
            <a:lvl2pPr marL="914400" lvl="1" indent="-228600" algn="l" rtl="0">
              <a:lnSpc>
                <a:spcPct val="128571"/>
              </a:lnSpc>
              <a:spcBef>
                <a:spcPts val="0"/>
              </a:spcBef>
              <a:spcAft>
                <a:spcPts val="0"/>
              </a:spcAft>
              <a:buClr>
                <a:schemeClr val="dk1"/>
              </a:buClr>
              <a:buSzPts val="900"/>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61" name="Google Shape;461;p71"/>
          <p:cNvSpPr txBox="1">
            <a:spLocks noGrp="1"/>
          </p:cNvSpPr>
          <p:nvPr>
            <p:ph type="body" idx="3"/>
          </p:nvPr>
        </p:nvSpPr>
        <p:spPr>
          <a:xfrm>
            <a:off x="341996" y="3264710"/>
            <a:ext cx="8479800" cy="249000"/>
          </a:xfrm>
          <a:prstGeom prst="rect">
            <a:avLst/>
          </a:prstGeom>
          <a:noFill/>
          <a:ln>
            <a:noFill/>
          </a:ln>
        </p:spPr>
        <p:txBody>
          <a:bodyPr spcFirstLastPara="1" wrap="square" lIns="0" tIns="0" rIns="0" bIns="0" anchor="t" anchorCtr="0">
            <a:noAutofit/>
          </a:bodyPr>
          <a:lstStyle>
            <a:lvl1pPr marL="457200" lvl="0" indent="-228600" algn="l" rtl="0">
              <a:lnSpc>
                <a:spcPct val="120000"/>
              </a:lnSpc>
              <a:spcBef>
                <a:spcPts val="0"/>
              </a:spcBef>
              <a:spcAft>
                <a:spcPts val="0"/>
              </a:spcAft>
              <a:buClr>
                <a:schemeClr val="dk1"/>
              </a:buClr>
              <a:buSzPts val="700"/>
              <a:buNone/>
              <a:defRPr sz="700">
                <a:solidFill>
                  <a:schemeClr val="dk1"/>
                </a:solidFill>
              </a:defRPr>
            </a:lvl1pPr>
            <a:lvl2pPr marL="914400" lvl="1" indent="-228600" algn="l" rtl="0">
              <a:lnSpc>
                <a:spcPct val="100000"/>
              </a:lnSpc>
              <a:spcBef>
                <a:spcPts val="0"/>
              </a:spcBef>
              <a:spcAft>
                <a:spcPts val="0"/>
              </a:spcAft>
              <a:buClr>
                <a:schemeClr val="dk1"/>
              </a:buClr>
              <a:buSzPts val="700"/>
              <a:buNone/>
              <a:defRPr sz="7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ext option 1">
  <p:cSld name="Text option 1">
    <p:spTree>
      <p:nvGrpSpPr>
        <p:cNvPr id="1" name="Shape 462"/>
        <p:cNvGrpSpPr/>
        <p:nvPr/>
      </p:nvGrpSpPr>
      <p:grpSpPr>
        <a:xfrm>
          <a:off x="0" y="0"/>
          <a:ext cx="0" cy="0"/>
          <a:chOff x="0" y="0"/>
          <a:chExt cx="0" cy="0"/>
        </a:xfrm>
      </p:grpSpPr>
      <p:sp>
        <p:nvSpPr>
          <p:cNvPr id="463" name="Google Shape;463;p72"/>
          <p:cNvSpPr txBox="1">
            <a:spLocks noGrp="1"/>
          </p:cNvSpPr>
          <p:nvPr>
            <p:ph type="title"/>
          </p:nvPr>
        </p:nvSpPr>
        <p:spPr>
          <a:xfrm>
            <a:off x="341996" y="465321"/>
            <a:ext cx="8479800" cy="302400"/>
          </a:xfrm>
          <a:prstGeom prst="rect">
            <a:avLst/>
          </a:prstGeom>
          <a:noFill/>
          <a:ln>
            <a:noFill/>
          </a:ln>
        </p:spPr>
        <p:txBody>
          <a:bodyPr spcFirstLastPara="1" wrap="square" lIns="0" tIns="0" rIns="0" bIns="0" anchor="t" anchorCtr="0">
            <a:noAutofit/>
          </a:bodyPr>
          <a:lstStyle>
            <a:lvl1pPr lvl="0" algn="l" rtl="0">
              <a:lnSpc>
                <a:spcPct val="114285"/>
              </a:lnSpc>
              <a:spcBef>
                <a:spcPts val="0"/>
              </a:spcBef>
              <a:spcAft>
                <a:spcPts val="0"/>
              </a:spcAft>
              <a:buClr>
                <a:schemeClr val="dk1"/>
              </a:buClr>
              <a:buSzPts val="2100"/>
              <a:buFont typeface="Quattrocento Sans"/>
              <a:buNone/>
              <a:defRPr sz="2100">
                <a:solidFill>
                  <a:schemeClr val="dk1"/>
                </a:solidFill>
              </a:defRPr>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sp>
        <p:nvSpPr>
          <p:cNvPr id="464" name="Google Shape;464;p72"/>
          <p:cNvSpPr txBox="1">
            <a:spLocks noGrp="1"/>
          </p:cNvSpPr>
          <p:nvPr>
            <p:ph type="body" idx="1"/>
          </p:nvPr>
        </p:nvSpPr>
        <p:spPr>
          <a:xfrm>
            <a:off x="341996" y="1441940"/>
            <a:ext cx="7038300" cy="452700"/>
          </a:xfrm>
          <a:prstGeom prst="rect">
            <a:avLst/>
          </a:prstGeom>
          <a:noFill/>
          <a:ln>
            <a:noFill/>
          </a:ln>
        </p:spPr>
        <p:txBody>
          <a:bodyPr spcFirstLastPara="1" wrap="square" lIns="0" tIns="0" rIns="0" bIns="0" anchor="t" anchorCtr="0">
            <a:noAutofit/>
          </a:bodyPr>
          <a:lstStyle>
            <a:lvl1pPr marL="457200" lvl="0" indent="-228600" algn="l" rtl="0">
              <a:lnSpc>
                <a:spcPct val="120000"/>
              </a:lnSpc>
              <a:spcBef>
                <a:spcPts val="0"/>
              </a:spcBef>
              <a:spcAft>
                <a:spcPts val="0"/>
              </a:spcAft>
              <a:buClr>
                <a:schemeClr val="dk1"/>
              </a:buClr>
              <a:buSzPts val="1300"/>
              <a:buNone/>
              <a:defRPr sz="1500">
                <a:solidFill>
                  <a:schemeClr val="dk1"/>
                </a:solidFill>
                <a:latin typeface="Quattrocento Sans"/>
                <a:ea typeface="Quattrocento Sans"/>
                <a:cs typeface="Quattrocento Sans"/>
                <a:sym typeface="Quattrocento Sans"/>
              </a:defRPr>
            </a:lvl1pPr>
            <a:lvl2pPr marL="914400" lvl="1" indent="-228600" algn="l" rtl="0">
              <a:lnSpc>
                <a:spcPct val="100000"/>
              </a:lnSpc>
              <a:spcBef>
                <a:spcPts val="0"/>
              </a:spcBef>
              <a:spcAft>
                <a:spcPts val="0"/>
              </a:spcAft>
              <a:buClr>
                <a:schemeClr val="dk1"/>
              </a:buClr>
              <a:buSzPts val="13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65" name="Google Shape;465;p72"/>
          <p:cNvSpPr txBox="1">
            <a:spLocks noGrp="1"/>
          </p:cNvSpPr>
          <p:nvPr>
            <p:ph type="body" idx="2"/>
          </p:nvPr>
        </p:nvSpPr>
        <p:spPr>
          <a:xfrm>
            <a:off x="341996" y="2363541"/>
            <a:ext cx="2713800" cy="1967700"/>
          </a:xfrm>
          <a:prstGeom prst="rect">
            <a:avLst/>
          </a:prstGeom>
          <a:noFill/>
          <a:ln>
            <a:noFill/>
          </a:ln>
        </p:spPr>
        <p:txBody>
          <a:bodyPr spcFirstLastPara="1" wrap="square" lIns="0" tIns="0" rIns="0" bIns="0" anchor="t" anchorCtr="0">
            <a:noAutofit/>
          </a:bodyPr>
          <a:lstStyle>
            <a:lvl1pPr marL="457200" lvl="0" indent="-228600" algn="l" rtl="0">
              <a:lnSpc>
                <a:spcPct val="128571"/>
              </a:lnSpc>
              <a:spcBef>
                <a:spcPts val="0"/>
              </a:spcBef>
              <a:spcAft>
                <a:spcPts val="0"/>
              </a:spcAft>
              <a:buClr>
                <a:schemeClr val="dk2"/>
              </a:buClr>
              <a:buSzPts val="900"/>
              <a:buNone/>
              <a:defRPr sz="1000" b="0">
                <a:solidFill>
                  <a:schemeClr val="dk2"/>
                </a:solidFill>
                <a:latin typeface="Quattrocento Sans"/>
                <a:ea typeface="Quattrocento Sans"/>
                <a:cs typeface="Quattrocento Sans"/>
                <a:sym typeface="Quattrocento Sans"/>
              </a:defRPr>
            </a:lvl1pPr>
            <a:lvl2pPr marL="914400" marR="0" lvl="1" indent="-285750" algn="l" rtl="0">
              <a:lnSpc>
                <a:spcPct val="128571"/>
              </a:lnSpc>
              <a:spcBef>
                <a:spcPts val="400"/>
              </a:spcBef>
              <a:spcAft>
                <a:spcPts val="0"/>
              </a:spcAft>
              <a:buClr>
                <a:schemeClr val="dk1"/>
              </a:buClr>
              <a:buSzPts val="900"/>
              <a:buFont typeface="Arial"/>
              <a:buChar char="•"/>
              <a:defRPr sz="1000">
                <a:solidFill>
                  <a:schemeClr val="dk1"/>
                </a:solidFill>
                <a:latin typeface="Quattrocento Sans"/>
                <a:ea typeface="Quattrocento Sans"/>
                <a:cs typeface="Quattrocento Sans"/>
                <a:sym typeface="Quattrocento Sans"/>
              </a:defRPr>
            </a:lvl2pPr>
            <a:lvl3pPr marL="1371600" lvl="2" indent="-228600" algn="l" rtl="0">
              <a:lnSpc>
                <a:spcPct val="100000"/>
              </a:lnSpc>
              <a:spcBef>
                <a:spcPts val="40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66" name="Google Shape;466;p72"/>
          <p:cNvSpPr txBox="1">
            <a:spLocks noGrp="1"/>
          </p:cNvSpPr>
          <p:nvPr>
            <p:ph type="body" idx="3"/>
          </p:nvPr>
        </p:nvSpPr>
        <p:spPr>
          <a:xfrm>
            <a:off x="3238836" y="2363541"/>
            <a:ext cx="2713800" cy="1967700"/>
          </a:xfrm>
          <a:prstGeom prst="rect">
            <a:avLst/>
          </a:prstGeom>
          <a:noFill/>
          <a:ln>
            <a:noFill/>
          </a:ln>
        </p:spPr>
        <p:txBody>
          <a:bodyPr spcFirstLastPara="1" wrap="square" lIns="0" tIns="0" rIns="0" bIns="0" anchor="t" anchorCtr="0">
            <a:noAutofit/>
          </a:bodyPr>
          <a:lstStyle>
            <a:lvl1pPr marL="457200" lvl="0" indent="-228600" algn="l" rtl="0">
              <a:lnSpc>
                <a:spcPct val="128571"/>
              </a:lnSpc>
              <a:spcBef>
                <a:spcPts val="0"/>
              </a:spcBef>
              <a:spcAft>
                <a:spcPts val="0"/>
              </a:spcAft>
              <a:buClr>
                <a:schemeClr val="dk2"/>
              </a:buClr>
              <a:buSzPts val="900"/>
              <a:buNone/>
              <a:defRPr sz="1000" b="0">
                <a:solidFill>
                  <a:schemeClr val="dk2"/>
                </a:solidFill>
                <a:latin typeface="Quattrocento Sans"/>
                <a:ea typeface="Quattrocento Sans"/>
                <a:cs typeface="Quattrocento Sans"/>
                <a:sym typeface="Quattrocento Sans"/>
              </a:defRPr>
            </a:lvl1pPr>
            <a:lvl2pPr marL="914400" marR="0" lvl="1" indent="-285750" algn="l" rtl="0">
              <a:lnSpc>
                <a:spcPct val="128571"/>
              </a:lnSpc>
              <a:spcBef>
                <a:spcPts val="400"/>
              </a:spcBef>
              <a:spcAft>
                <a:spcPts val="0"/>
              </a:spcAft>
              <a:buClr>
                <a:schemeClr val="dk1"/>
              </a:buClr>
              <a:buSzPts val="900"/>
              <a:buFont typeface="Arial"/>
              <a:buChar char="•"/>
              <a:defRPr sz="1000">
                <a:solidFill>
                  <a:schemeClr val="dk1"/>
                </a:solidFill>
                <a:latin typeface="Quattrocento Sans"/>
                <a:ea typeface="Quattrocento Sans"/>
                <a:cs typeface="Quattrocento Sans"/>
                <a:sym typeface="Quattrocento Sans"/>
              </a:defRPr>
            </a:lvl2pPr>
            <a:lvl3pPr marL="1371600" lvl="2" indent="-228600" algn="l" rtl="0">
              <a:lnSpc>
                <a:spcPct val="100000"/>
              </a:lnSpc>
              <a:spcBef>
                <a:spcPts val="40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67" name="Google Shape;467;p72"/>
          <p:cNvSpPr txBox="1">
            <a:spLocks noGrp="1"/>
          </p:cNvSpPr>
          <p:nvPr>
            <p:ph type="body" idx="4"/>
          </p:nvPr>
        </p:nvSpPr>
        <p:spPr>
          <a:xfrm>
            <a:off x="6112469" y="2363541"/>
            <a:ext cx="2713800" cy="1967700"/>
          </a:xfrm>
          <a:prstGeom prst="rect">
            <a:avLst/>
          </a:prstGeom>
          <a:noFill/>
          <a:ln>
            <a:noFill/>
          </a:ln>
        </p:spPr>
        <p:txBody>
          <a:bodyPr spcFirstLastPara="1" wrap="square" lIns="0" tIns="0" rIns="0" bIns="0" anchor="t" anchorCtr="0">
            <a:noAutofit/>
          </a:bodyPr>
          <a:lstStyle>
            <a:lvl1pPr marL="457200" lvl="0" indent="-228600" algn="l" rtl="0">
              <a:lnSpc>
                <a:spcPct val="128571"/>
              </a:lnSpc>
              <a:spcBef>
                <a:spcPts val="0"/>
              </a:spcBef>
              <a:spcAft>
                <a:spcPts val="0"/>
              </a:spcAft>
              <a:buClr>
                <a:schemeClr val="dk2"/>
              </a:buClr>
              <a:buSzPts val="900"/>
              <a:buNone/>
              <a:defRPr sz="1000" b="0">
                <a:solidFill>
                  <a:schemeClr val="dk2"/>
                </a:solidFill>
                <a:latin typeface="Quattrocento Sans"/>
                <a:ea typeface="Quattrocento Sans"/>
                <a:cs typeface="Quattrocento Sans"/>
                <a:sym typeface="Quattrocento Sans"/>
              </a:defRPr>
            </a:lvl1pPr>
            <a:lvl2pPr marL="914400" marR="0" lvl="1" indent="-285750" algn="l" rtl="0">
              <a:lnSpc>
                <a:spcPct val="128571"/>
              </a:lnSpc>
              <a:spcBef>
                <a:spcPts val="400"/>
              </a:spcBef>
              <a:spcAft>
                <a:spcPts val="0"/>
              </a:spcAft>
              <a:buClr>
                <a:schemeClr val="dk1"/>
              </a:buClr>
              <a:buSzPts val="900"/>
              <a:buFont typeface="Arial"/>
              <a:buChar char="•"/>
              <a:defRPr sz="1000">
                <a:solidFill>
                  <a:schemeClr val="dk1"/>
                </a:solidFill>
                <a:latin typeface="Quattrocento Sans"/>
                <a:ea typeface="Quattrocento Sans"/>
                <a:cs typeface="Quattrocento Sans"/>
                <a:sym typeface="Quattrocento Sans"/>
              </a:defRPr>
            </a:lvl2pPr>
            <a:lvl3pPr marL="1371600" lvl="2" indent="-228600" algn="l" rtl="0">
              <a:lnSpc>
                <a:spcPct val="100000"/>
              </a:lnSpc>
              <a:spcBef>
                <a:spcPts val="40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ext option 2">
  <p:cSld name="Text option 2">
    <p:spTree>
      <p:nvGrpSpPr>
        <p:cNvPr id="1" name="Shape 468"/>
        <p:cNvGrpSpPr/>
        <p:nvPr/>
      </p:nvGrpSpPr>
      <p:grpSpPr>
        <a:xfrm>
          <a:off x="0" y="0"/>
          <a:ext cx="0" cy="0"/>
          <a:chOff x="0" y="0"/>
          <a:chExt cx="0" cy="0"/>
        </a:xfrm>
      </p:grpSpPr>
      <p:sp>
        <p:nvSpPr>
          <p:cNvPr id="469" name="Google Shape;469;p73"/>
          <p:cNvSpPr txBox="1">
            <a:spLocks noGrp="1"/>
          </p:cNvSpPr>
          <p:nvPr>
            <p:ph type="title"/>
          </p:nvPr>
        </p:nvSpPr>
        <p:spPr>
          <a:xfrm>
            <a:off x="341996" y="465321"/>
            <a:ext cx="8479800" cy="302400"/>
          </a:xfrm>
          <a:prstGeom prst="rect">
            <a:avLst/>
          </a:prstGeom>
          <a:noFill/>
          <a:ln>
            <a:noFill/>
          </a:ln>
        </p:spPr>
        <p:txBody>
          <a:bodyPr spcFirstLastPara="1" wrap="square" lIns="0" tIns="0" rIns="0" bIns="0" anchor="t" anchorCtr="0">
            <a:noAutofit/>
          </a:bodyPr>
          <a:lstStyle>
            <a:lvl1pPr lvl="0" algn="l" rtl="0">
              <a:lnSpc>
                <a:spcPct val="114285"/>
              </a:lnSpc>
              <a:spcBef>
                <a:spcPts val="0"/>
              </a:spcBef>
              <a:spcAft>
                <a:spcPts val="0"/>
              </a:spcAft>
              <a:buClr>
                <a:schemeClr val="dk1"/>
              </a:buClr>
              <a:buSzPts val="2100"/>
              <a:buFont typeface="Quattrocento Sans"/>
              <a:buNone/>
              <a:defRPr sz="2100">
                <a:solidFill>
                  <a:schemeClr val="dk1"/>
                </a:solidFill>
              </a:defRPr>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sp>
        <p:nvSpPr>
          <p:cNvPr id="470" name="Google Shape;470;p73"/>
          <p:cNvSpPr txBox="1">
            <a:spLocks noGrp="1"/>
          </p:cNvSpPr>
          <p:nvPr>
            <p:ph type="body" idx="1"/>
          </p:nvPr>
        </p:nvSpPr>
        <p:spPr>
          <a:xfrm>
            <a:off x="341996" y="1772717"/>
            <a:ext cx="2713800" cy="1826400"/>
          </a:xfrm>
          <a:prstGeom prst="rect">
            <a:avLst/>
          </a:prstGeom>
          <a:noFill/>
          <a:ln>
            <a:noFill/>
          </a:ln>
        </p:spPr>
        <p:txBody>
          <a:bodyPr spcFirstLastPara="1" wrap="square" lIns="0" tIns="0" rIns="0" bIns="0" anchor="t" anchorCtr="0">
            <a:noAutofit/>
          </a:bodyPr>
          <a:lstStyle>
            <a:lvl1pPr marL="457200" lvl="0" indent="-228600" algn="l" rtl="0">
              <a:lnSpc>
                <a:spcPct val="128571"/>
              </a:lnSpc>
              <a:spcBef>
                <a:spcPts val="700"/>
              </a:spcBef>
              <a:spcAft>
                <a:spcPts val="0"/>
              </a:spcAft>
              <a:buClr>
                <a:schemeClr val="dk2"/>
              </a:buClr>
              <a:buSzPts val="900"/>
              <a:buNone/>
              <a:defRPr sz="1000" b="0">
                <a:solidFill>
                  <a:schemeClr val="dk2"/>
                </a:solidFill>
                <a:latin typeface="Quattrocento Sans"/>
                <a:ea typeface="Quattrocento Sans"/>
                <a:cs typeface="Quattrocento Sans"/>
                <a:sym typeface="Quattrocento Sans"/>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71" name="Google Shape;471;p73"/>
          <p:cNvSpPr txBox="1">
            <a:spLocks noGrp="1"/>
          </p:cNvSpPr>
          <p:nvPr>
            <p:ph type="body" idx="2"/>
          </p:nvPr>
        </p:nvSpPr>
        <p:spPr>
          <a:xfrm>
            <a:off x="3227363" y="1772717"/>
            <a:ext cx="2713800" cy="1826400"/>
          </a:xfrm>
          <a:prstGeom prst="rect">
            <a:avLst/>
          </a:prstGeom>
          <a:noFill/>
          <a:ln>
            <a:noFill/>
          </a:ln>
        </p:spPr>
        <p:txBody>
          <a:bodyPr spcFirstLastPara="1" wrap="square" lIns="0" tIns="0" rIns="0" bIns="0" anchor="t" anchorCtr="0">
            <a:noAutofit/>
          </a:bodyPr>
          <a:lstStyle>
            <a:lvl1pPr marL="457200" lvl="0" indent="-228600" algn="l" rtl="0">
              <a:lnSpc>
                <a:spcPct val="128571"/>
              </a:lnSpc>
              <a:spcBef>
                <a:spcPts val="700"/>
              </a:spcBef>
              <a:spcAft>
                <a:spcPts val="0"/>
              </a:spcAft>
              <a:buClr>
                <a:schemeClr val="dk2"/>
              </a:buClr>
              <a:buSzPts val="900"/>
              <a:buNone/>
              <a:defRPr sz="1000" b="0">
                <a:solidFill>
                  <a:schemeClr val="dk2"/>
                </a:solidFill>
                <a:latin typeface="Quattrocento Sans"/>
                <a:ea typeface="Quattrocento Sans"/>
                <a:cs typeface="Quattrocento Sans"/>
                <a:sym typeface="Quattrocento Sans"/>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ext option 3">
  <p:cSld name="Text option 3">
    <p:spTree>
      <p:nvGrpSpPr>
        <p:cNvPr id="1" name="Shape 472"/>
        <p:cNvGrpSpPr/>
        <p:nvPr/>
      </p:nvGrpSpPr>
      <p:grpSpPr>
        <a:xfrm>
          <a:off x="0" y="0"/>
          <a:ext cx="0" cy="0"/>
          <a:chOff x="0" y="0"/>
          <a:chExt cx="0" cy="0"/>
        </a:xfrm>
      </p:grpSpPr>
      <p:sp>
        <p:nvSpPr>
          <p:cNvPr id="473" name="Google Shape;473;p74"/>
          <p:cNvSpPr txBox="1">
            <a:spLocks noGrp="1"/>
          </p:cNvSpPr>
          <p:nvPr>
            <p:ph type="body" idx="1"/>
          </p:nvPr>
        </p:nvSpPr>
        <p:spPr>
          <a:xfrm>
            <a:off x="348718" y="1199793"/>
            <a:ext cx="2707200" cy="2324400"/>
          </a:xfrm>
          <a:prstGeom prst="rect">
            <a:avLst/>
          </a:prstGeom>
          <a:blipFill rotWithShape="1">
            <a:blip r:embed="rId2">
              <a:alphaModFix/>
            </a:blip>
            <a:stretch>
              <a:fillRect/>
            </a:stretch>
          </a:blipFill>
          <a:ln>
            <a:noFill/>
          </a:ln>
        </p:spPr>
        <p:txBody>
          <a:bodyPr spcFirstLastPara="1" wrap="square" lIns="0" tIns="67225" rIns="107575" bIns="67225" anchor="ctr" anchorCtr="0">
            <a:noAutofit/>
          </a:bodyPr>
          <a:lstStyle>
            <a:lvl1pPr marL="457200" lvl="0" indent="-228600" algn="ctr" rtl="0">
              <a:lnSpc>
                <a:spcPct val="100000"/>
              </a:lnSpc>
              <a:spcBef>
                <a:spcPts val="0"/>
              </a:spcBef>
              <a:spcAft>
                <a:spcPts val="0"/>
              </a:spcAft>
              <a:buClr>
                <a:schemeClr val="lt1"/>
              </a:buClr>
              <a:buSzPts val="1300"/>
              <a:buNone/>
              <a:defRPr sz="1500">
                <a:solidFill>
                  <a:schemeClr val="lt1"/>
                </a:solidFill>
              </a:defRPr>
            </a:lvl1pPr>
            <a:lvl2pPr marL="914400" lvl="1" indent="-228600" algn="l" rtl="0">
              <a:lnSpc>
                <a:spcPct val="100000"/>
              </a:lnSpc>
              <a:spcBef>
                <a:spcPts val="0"/>
              </a:spcBef>
              <a:spcAft>
                <a:spcPts val="0"/>
              </a:spcAft>
              <a:buClr>
                <a:schemeClr val="dk1"/>
              </a:buClr>
              <a:buSzPts val="12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12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74" name="Google Shape;474;p74"/>
          <p:cNvSpPr txBox="1">
            <a:spLocks noGrp="1"/>
          </p:cNvSpPr>
          <p:nvPr>
            <p:ph type="title"/>
          </p:nvPr>
        </p:nvSpPr>
        <p:spPr>
          <a:xfrm>
            <a:off x="341996" y="465321"/>
            <a:ext cx="8479800" cy="302400"/>
          </a:xfrm>
          <a:prstGeom prst="rect">
            <a:avLst/>
          </a:prstGeom>
          <a:noFill/>
          <a:ln>
            <a:noFill/>
          </a:ln>
        </p:spPr>
        <p:txBody>
          <a:bodyPr spcFirstLastPara="1" wrap="square" lIns="0" tIns="0" rIns="0" bIns="0" anchor="t" anchorCtr="0">
            <a:noAutofit/>
          </a:bodyPr>
          <a:lstStyle>
            <a:lvl1pPr lvl="0" algn="l" rtl="0">
              <a:lnSpc>
                <a:spcPct val="114285"/>
              </a:lnSpc>
              <a:spcBef>
                <a:spcPts val="0"/>
              </a:spcBef>
              <a:spcAft>
                <a:spcPts val="0"/>
              </a:spcAft>
              <a:buClr>
                <a:schemeClr val="dk1"/>
              </a:buClr>
              <a:buSzPts val="2100"/>
              <a:buFont typeface="Quattrocento Sans"/>
              <a:buNone/>
              <a:defRPr sz="2100">
                <a:solidFill>
                  <a:schemeClr val="dk1"/>
                </a:solidFill>
              </a:defRPr>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sp>
        <p:nvSpPr>
          <p:cNvPr id="475" name="Google Shape;475;p74"/>
          <p:cNvSpPr txBox="1">
            <a:spLocks noGrp="1"/>
          </p:cNvSpPr>
          <p:nvPr>
            <p:ph type="body" idx="2"/>
          </p:nvPr>
        </p:nvSpPr>
        <p:spPr>
          <a:xfrm>
            <a:off x="341996" y="3695941"/>
            <a:ext cx="2713800" cy="889500"/>
          </a:xfrm>
          <a:prstGeom prst="rect">
            <a:avLst/>
          </a:prstGeom>
          <a:noFill/>
          <a:ln>
            <a:noFill/>
          </a:ln>
        </p:spPr>
        <p:txBody>
          <a:bodyPr spcFirstLastPara="1" wrap="square" lIns="0" tIns="0" rIns="0" bIns="0" anchor="t" anchorCtr="0">
            <a:noAutofit/>
          </a:bodyPr>
          <a:lstStyle>
            <a:lvl1pPr marL="457200" lvl="0" indent="-228600" algn="l" rtl="0">
              <a:lnSpc>
                <a:spcPct val="128571"/>
              </a:lnSpc>
              <a:spcBef>
                <a:spcPts val="700"/>
              </a:spcBef>
              <a:spcAft>
                <a:spcPts val="0"/>
              </a:spcAft>
              <a:buClr>
                <a:schemeClr val="dk2"/>
              </a:buClr>
              <a:buSzPts val="900"/>
              <a:buNone/>
              <a:defRPr sz="1000" b="0">
                <a:solidFill>
                  <a:schemeClr val="dk2"/>
                </a:solidFill>
                <a:latin typeface="Quattrocento Sans"/>
                <a:ea typeface="Quattrocento Sans"/>
                <a:cs typeface="Quattrocento Sans"/>
                <a:sym typeface="Quattrocento Sans"/>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76" name="Google Shape;476;p74"/>
          <p:cNvSpPr txBox="1">
            <a:spLocks noGrp="1"/>
          </p:cNvSpPr>
          <p:nvPr>
            <p:ph type="body" idx="3"/>
          </p:nvPr>
        </p:nvSpPr>
        <p:spPr>
          <a:xfrm>
            <a:off x="6108062" y="3695941"/>
            <a:ext cx="2713800" cy="889500"/>
          </a:xfrm>
          <a:prstGeom prst="rect">
            <a:avLst/>
          </a:prstGeom>
          <a:noFill/>
          <a:ln>
            <a:noFill/>
          </a:ln>
        </p:spPr>
        <p:txBody>
          <a:bodyPr spcFirstLastPara="1" wrap="square" lIns="0" tIns="0" rIns="0" bIns="0" anchor="t" anchorCtr="0">
            <a:noAutofit/>
          </a:bodyPr>
          <a:lstStyle>
            <a:lvl1pPr marL="457200" lvl="0" indent="-228600" algn="l" rtl="0">
              <a:lnSpc>
                <a:spcPct val="128571"/>
              </a:lnSpc>
              <a:spcBef>
                <a:spcPts val="700"/>
              </a:spcBef>
              <a:spcAft>
                <a:spcPts val="0"/>
              </a:spcAft>
              <a:buClr>
                <a:schemeClr val="dk2"/>
              </a:buClr>
              <a:buSzPts val="900"/>
              <a:buNone/>
              <a:defRPr sz="1000" b="0">
                <a:solidFill>
                  <a:schemeClr val="dk2"/>
                </a:solidFill>
                <a:latin typeface="Quattrocento Sans"/>
                <a:ea typeface="Quattrocento Sans"/>
                <a:cs typeface="Quattrocento Sans"/>
                <a:sym typeface="Quattrocento Sans"/>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77" name="Google Shape;477;p74"/>
          <p:cNvSpPr txBox="1">
            <a:spLocks noGrp="1"/>
          </p:cNvSpPr>
          <p:nvPr>
            <p:ph type="body" idx="4"/>
          </p:nvPr>
        </p:nvSpPr>
        <p:spPr>
          <a:xfrm>
            <a:off x="3225029" y="1199793"/>
            <a:ext cx="2707200" cy="2324400"/>
          </a:xfrm>
          <a:prstGeom prst="rect">
            <a:avLst/>
          </a:prstGeom>
          <a:blipFill rotWithShape="1">
            <a:blip r:embed="rId3">
              <a:alphaModFix/>
            </a:blip>
            <a:stretch>
              <a:fillRect/>
            </a:stretch>
          </a:blipFill>
          <a:ln>
            <a:noFill/>
          </a:ln>
        </p:spPr>
        <p:txBody>
          <a:bodyPr spcFirstLastPara="1" wrap="square" lIns="0" tIns="67225" rIns="107575" bIns="67225" anchor="ctr" anchorCtr="0">
            <a:noAutofit/>
          </a:bodyPr>
          <a:lstStyle>
            <a:lvl1pPr marL="457200" lvl="0" indent="-228600" algn="ctr" rtl="0">
              <a:lnSpc>
                <a:spcPct val="100000"/>
              </a:lnSpc>
              <a:spcBef>
                <a:spcPts val="0"/>
              </a:spcBef>
              <a:spcAft>
                <a:spcPts val="0"/>
              </a:spcAft>
              <a:buClr>
                <a:schemeClr val="lt1"/>
              </a:buClr>
              <a:buSzPts val="1300"/>
              <a:buNone/>
              <a:defRPr sz="1500">
                <a:solidFill>
                  <a:schemeClr val="lt1"/>
                </a:solidFill>
              </a:defRPr>
            </a:lvl1pPr>
            <a:lvl2pPr marL="914400" lvl="1" indent="-228600" algn="l" rtl="0">
              <a:lnSpc>
                <a:spcPct val="100000"/>
              </a:lnSpc>
              <a:spcBef>
                <a:spcPts val="0"/>
              </a:spcBef>
              <a:spcAft>
                <a:spcPts val="0"/>
              </a:spcAft>
              <a:buClr>
                <a:schemeClr val="dk1"/>
              </a:buClr>
              <a:buSzPts val="12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12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78" name="Google Shape;478;p74"/>
          <p:cNvSpPr txBox="1">
            <a:spLocks noGrp="1"/>
          </p:cNvSpPr>
          <p:nvPr>
            <p:ph type="body" idx="5"/>
          </p:nvPr>
        </p:nvSpPr>
        <p:spPr>
          <a:xfrm>
            <a:off x="6108062" y="1199791"/>
            <a:ext cx="2707200" cy="2324400"/>
          </a:xfrm>
          <a:prstGeom prst="rect">
            <a:avLst/>
          </a:prstGeom>
          <a:blipFill rotWithShape="1">
            <a:blip r:embed="rId4">
              <a:alphaModFix/>
            </a:blip>
            <a:stretch>
              <a:fillRect/>
            </a:stretch>
          </a:blipFill>
          <a:ln>
            <a:noFill/>
          </a:ln>
        </p:spPr>
        <p:txBody>
          <a:bodyPr spcFirstLastPara="1" wrap="square" lIns="0" tIns="67225" rIns="107575" bIns="67225" anchor="ctr" anchorCtr="0">
            <a:noAutofit/>
          </a:bodyPr>
          <a:lstStyle>
            <a:lvl1pPr marL="457200" lvl="0" indent="-228600" algn="ctr" rtl="0">
              <a:lnSpc>
                <a:spcPct val="100000"/>
              </a:lnSpc>
              <a:spcBef>
                <a:spcPts val="0"/>
              </a:spcBef>
              <a:spcAft>
                <a:spcPts val="0"/>
              </a:spcAft>
              <a:buClr>
                <a:schemeClr val="lt1"/>
              </a:buClr>
              <a:buSzPts val="1300"/>
              <a:buNone/>
              <a:defRPr sz="1500">
                <a:solidFill>
                  <a:schemeClr val="lt1"/>
                </a:solidFill>
              </a:defRPr>
            </a:lvl1pPr>
            <a:lvl2pPr marL="914400" lvl="1" indent="-228600" algn="l" rtl="0">
              <a:lnSpc>
                <a:spcPct val="100000"/>
              </a:lnSpc>
              <a:spcBef>
                <a:spcPts val="0"/>
              </a:spcBef>
              <a:spcAft>
                <a:spcPts val="0"/>
              </a:spcAft>
              <a:buClr>
                <a:schemeClr val="dk1"/>
              </a:buClr>
              <a:buSzPts val="12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12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79" name="Google Shape;479;p74"/>
          <p:cNvSpPr txBox="1">
            <a:spLocks noGrp="1"/>
          </p:cNvSpPr>
          <p:nvPr>
            <p:ph type="body" idx="6"/>
          </p:nvPr>
        </p:nvSpPr>
        <p:spPr>
          <a:xfrm>
            <a:off x="3227363" y="3695941"/>
            <a:ext cx="2713800" cy="889500"/>
          </a:xfrm>
          <a:prstGeom prst="rect">
            <a:avLst/>
          </a:prstGeom>
          <a:noFill/>
          <a:ln>
            <a:noFill/>
          </a:ln>
        </p:spPr>
        <p:txBody>
          <a:bodyPr spcFirstLastPara="1" wrap="square" lIns="0" tIns="0" rIns="0" bIns="0" anchor="t" anchorCtr="0">
            <a:noAutofit/>
          </a:bodyPr>
          <a:lstStyle>
            <a:lvl1pPr marL="457200" lvl="0" indent="-228600" algn="l" rtl="0">
              <a:lnSpc>
                <a:spcPct val="128571"/>
              </a:lnSpc>
              <a:spcBef>
                <a:spcPts val="700"/>
              </a:spcBef>
              <a:spcAft>
                <a:spcPts val="0"/>
              </a:spcAft>
              <a:buClr>
                <a:schemeClr val="dk2"/>
              </a:buClr>
              <a:buSzPts val="900"/>
              <a:buNone/>
              <a:defRPr sz="1000" b="0">
                <a:solidFill>
                  <a:schemeClr val="dk2"/>
                </a:solidFill>
                <a:latin typeface="Quattrocento Sans"/>
                <a:ea typeface="Quattrocento Sans"/>
                <a:cs typeface="Quattrocento Sans"/>
                <a:sym typeface="Quattrocento Sans"/>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Tree>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ext option 4">
  <p:cSld name="Text option 4">
    <p:spTree>
      <p:nvGrpSpPr>
        <p:cNvPr id="1" name="Shape 480"/>
        <p:cNvGrpSpPr/>
        <p:nvPr/>
      </p:nvGrpSpPr>
      <p:grpSpPr>
        <a:xfrm>
          <a:off x="0" y="0"/>
          <a:ext cx="0" cy="0"/>
          <a:chOff x="0" y="0"/>
          <a:chExt cx="0" cy="0"/>
        </a:xfrm>
      </p:grpSpPr>
      <p:sp>
        <p:nvSpPr>
          <p:cNvPr id="481" name="Google Shape;481;p75"/>
          <p:cNvSpPr txBox="1">
            <a:spLocks noGrp="1"/>
          </p:cNvSpPr>
          <p:nvPr>
            <p:ph type="body" idx="1"/>
          </p:nvPr>
        </p:nvSpPr>
        <p:spPr>
          <a:xfrm>
            <a:off x="341997" y="1619164"/>
            <a:ext cx="1269900" cy="672000"/>
          </a:xfrm>
          <a:prstGeom prst="rect">
            <a:avLst/>
          </a:prstGeom>
          <a:noFill/>
          <a:ln>
            <a:noFill/>
          </a:ln>
        </p:spPr>
        <p:txBody>
          <a:bodyPr spcFirstLastPara="1" wrap="square" lIns="0" tIns="67225" rIns="107575" bIns="67225" anchor="t" anchorCtr="0">
            <a:noAutofit/>
          </a:bodyPr>
          <a:lstStyle>
            <a:lvl1pPr marL="457200" lvl="0" indent="-228600" algn="l" rtl="0">
              <a:lnSpc>
                <a:spcPct val="100000"/>
              </a:lnSpc>
              <a:spcBef>
                <a:spcPts val="0"/>
              </a:spcBef>
              <a:spcAft>
                <a:spcPts val="0"/>
              </a:spcAft>
              <a:buClr>
                <a:schemeClr val="dk1"/>
              </a:buClr>
              <a:buSzPts val="1300"/>
              <a:buNone/>
              <a:defRPr sz="1500"/>
            </a:lvl1pPr>
            <a:lvl2pPr marL="914400" lvl="1" indent="-228600" algn="l" rtl="0">
              <a:lnSpc>
                <a:spcPct val="100000"/>
              </a:lnSpc>
              <a:spcBef>
                <a:spcPts val="0"/>
              </a:spcBef>
              <a:spcAft>
                <a:spcPts val="0"/>
              </a:spcAft>
              <a:buClr>
                <a:schemeClr val="dk1"/>
              </a:buClr>
              <a:buSzPts val="12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12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82" name="Google Shape;482;p75"/>
          <p:cNvSpPr txBox="1">
            <a:spLocks noGrp="1"/>
          </p:cNvSpPr>
          <p:nvPr>
            <p:ph type="title"/>
          </p:nvPr>
        </p:nvSpPr>
        <p:spPr>
          <a:xfrm>
            <a:off x="341996" y="465321"/>
            <a:ext cx="8479800" cy="302400"/>
          </a:xfrm>
          <a:prstGeom prst="rect">
            <a:avLst/>
          </a:prstGeom>
          <a:noFill/>
          <a:ln>
            <a:noFill/>
          </a:ln>
        </p:spPr>
        <p:txBody>
          <a:bodyPr spcFirstLastPara="1" wrap="square" lIns="0" tIns="0" rIns="0" bIns="0" anchor="t" anchorCtr="0">
            <a:noAutofit/>
          </a:bodyPr>
          <a:lstStyle>
            <a:lvl1pPr lvl="0" algn="l" rtl="0">
              <a:lnSpc>
                <a:spcPct val="114285"/>
              </a:lnSpc>
              <a:spcBef>
                <a:spcPts val="0"/>
              </a:spcBef>
              <a:spcAft>
                <a:spcPts val="0"/>
              </a:spcAft>
              <a:buClr>
                <a:schemeClr val="dk1"/>
              </a:buClr>
              <a:buSzPts val="2100"/>
              <a:buFont typeface="Quattrocento Sans"/>
              <a:buNone/>
              <a:defRPr sz="2100">
                <a:solidFill>
                  <a:schemeClr val="dk1"/>
                </a:solidFill>
              </a:defRPr>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sp>
        <p:nvSpPr>
          <p:cNvPr id="483" name="Google Shape;483;p75"/>
          <p:cNvSpPr txBox="1">
            <a:spLocks noGrp="1"/>
          </p:cNvSpPr>
          <p:nvPr>
            <p:ph type="body" idx="2"/>
          </p:nvPr>
        </p:nvSpPr>
        <p:spPr>
          <a:xfrm>
            <a:off x="341997" y="2375863"/>
            <a:ext cx="1269900" cy="2084100"/>
          </a:xfrm>
          <a:prstGeom prst="rect">
            <a:avLst/>
          </a:prstGeom>
          <a:noFill/>
          <a:ln>
            <a:noFill/>
          </a:ln>
        </p:spPr>
        <p:txBody>
          <a:bodyPr spcFirstLastPara="1" wrap="square" lIns="0" tIns="0" rIns="0" bIns="0" anchor="t" anchorCtr="0">
            <a:noAutofit/>
          </a:bodyPr>
          <a:lstStyle>
            <a:lvl1pPr marL="457200" lvl="0" indent="-228600" algn="l" rtl="0">
              <a:lnSpc>
                <a:spcPct val="128571"/>
              </a:lnSpc>
              <a:spcBef>
                <a:spcPts val="700"/>
              </a:spcBef>
              <a:spcAft>
                <a:spcPts val="0"/>
              </a:spcAft>
              <a:buClr>
                <a:schemeClr val="dk2"/>
              </a:buClr>
              <a:buSzPts val="900"/>
              <a:buNone/>
              <a:defRPr sz="1000" b="0">
                <a:solidFill>
                  <a:schemeClr val="dk2"/>
                </a:solidFill>
                <a:latin typeface="Quattrocento Sans"/>
                <a:ea typeface="Quattrocento Sans"/>
                <a:cs typeface="Quattrocento Sans"/>
                <a:sym typeface="Quattrocento Sans"/>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84" name="Google Shape;484;p75"/>
          <p:cNvSpPr txBox="1">
            <a:spLocks noGrp="1"/>
          </p:cNvSpPr>
          <p:nvPr>
            <p:ph type="body" idx="3"/>
          </p:nvPr>
        </p:nvSpPr>
        <p:spPr>
          <a:xfrm>
            <a:off x="1783746" y="2375863"/>
            <a:ext cx="1269900" cy="2071500"/>
          </a:xfrm>
          <a:prstGeom prst="rect">
            <a:avLst/>
          </a:prstGeom>
          <a:noFill/>
          <a:ln>
            <a:noFill/>
          </a:ln>
        </p:spPr>
        <p:txBody>
          <a:bodyPr spcFirstLastPara="1" wrap="square" lIns="0" tIns="0" rIns="0" bIns="0" anchor="t" anchorCtr="0">
            <a:noAutofit/>
          </a:bodyPr>
          <a:lstStyle>
            <a:lvl1pPr marL="457200" marR="0" lvl="0" indent="-228600" algn="l" rtl="0">
              <a:lnSpc>
                <a:spcPct val="128571"/>
              </a:lnSpc>
              <a:spcBef>
                <a:spcPts val="700"/>
              </a:spcBef>
              <a:spcAft>
                <a:spcPts val="0"/>
              </a:spcAft>
              <a:buClr>
                <a:schemeClr val="dk2"/>
              </a:buClr>
              <a:buSzPts val="900"/>
              <a:buFont typeface="Noto Sans Symbols"/>
              <a:buNone/>
              <a:defRPr sz="1000" b="0">
                <a:solidFill>
                  <a:schemeClr val="dk2"/>
                </a:solidFill>
                <a:latin typeface="Quattrocento Sans"/>
                <a:ea typeface="Quattrocento Sans"/>
                <a:cs typeface="Quattrocento Sans"/>
                <a:sym typeface="Quattrocento Sans"/>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85" name="Google Shape;485;p75"/>
          <p:cNvSpPr txBox="1">
            <a:spLocks noGrp="1"/>
          </p:cNvSpPr>
          <p:nvPr>
            <p:ph type="body" idx="4"/>
          </p:nvPr>
        </p:nvSpPr>
        <p:spPr>
          <a:xfrm>
            <a:off x="3225496" y="2375863"/>
            <a:ext cx="1269900" cy="2071500"/>
          </a:xfrm>
          <a:prstGeom prst="rect">
            <a:avLst/>
          </a:prstGeom>
          <a:noFill/>
          <a:ln>
            <a:noFill/>
          </a:ln>
        </p:spPr>
        <p:txBody>
          <a:bodyPr spcFirstLastPara="1" wrap="square" lIns="0" tIns="0" rIns="0" bIns="0" anchor="t" anchorCtr="0">
            <a:noAutofit/>
          </a:bodyPr>
          <a:lstStyle>
            <a:lvl1pPr marL="457200" marR="0" lvl="0" indent="-228600" algn="l" rtl="0">
              <a:lnSpc>
                <a:spcPct val="128571"/>
              </a:lnSpc>
              <a:spcBef>
                <a:spcPts val="700"/>
              </a:spcBef>
              <a:spcAft>
                <a:spcPts val="0"/>
              </a:spcAft>
              <a:buClr>
                <a:schemeClr val="dk2"/>
              </a:buClr>
              <a:buSzPts val="900"/>
              <a:buFont typeface="Noto Sans Symbols"/>
              <a:buNone/>
              <a:defRPr sz="1000" b="0">
                <a:solidFill>
                  <a:schemeClr val="dk2"/>
                </a:solidFill>
                <a:latin typeface="Quattrocento Sans"/>
                <a:ea typeface="Quattrocento Sans"/>
                <a:cs typeface="Quattrocento Sans"/>
                <a:sym typeface="Quattrocento Sans"/>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86" name="Google Shape;486;p75"/>
          <p:cNvSpPr txBox="1">
            <a:spLocks noGrp="1"/>
          </p:cNvSpPr>
          <p:nvPr>
            <p:ph type="body" idx="5"/>
          </p:nvPr>
        </p:nvSpPr>
        <p:spPr>
          <a:xfrm>
            <a:off x="4667246" y="2375863"/>
            <a:ext cx="1269900" cy="2071500"/>
          </a:xfrm>
          <a:prstGeom prst="rect">
            <a:avLst/>
          </a:prstGeom>
          <a:noFill/>
          <a:ln>
            <a:noFill/>
          </a:ln>
        </p:spPr>
        <p:txBody>
          <a:bodyPr spcFirstLastPara="1" wrap="square" lIns="0" tIns="0" rIns="0" bIns="0" anchor="t" anchorCtr="0">
            <a:noAutofit/>
          </a:bodyPr>
          <a:lstStyle>
            <a:lvl1pPr marL="457200" marR="0" lvl="0" indent="-228600" algn="l" rtl="0">
              <a:lnSpc>
                <a:spcPct val="128571"/>
              </a:lnSpc>
              <a:spcBef>
                <a:spcPts val="700"/>
              </a:spcBef>
              <a:spcAft>
                <a:spcPts val="0"/>
              </a:spcAft>
              <a:buClr>
                <a:schemeClr val="dk2"/>
              </a:buClr>
              <a:buSzPts val="900"/>
              <a:buFont typeface="Noto Sans Symbols"/>
              <a:buNone/>
              <a:defRPr sz="1000" b="0">
                <a:solidFill>
                  <a:schemeClr val="dk2"/>
                </a:solidFill>
                <a:latin typeface="Quattrocento Sans"/>
                <a:ea typeface="Quattrocento Sans"/>
                <a:cs typeface="Quattrocento Sans"/>
                <a:sym typeface="Quattrocento Sans"/>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87" name="Google Shape;487;p75"/>
          <p:cNvSpPr txBox="1">
            <a:spLocks noGrp="1"/>
          </p:cNvSpPr>
          <p:nvPr>
            <p:ph type="body" idx="6"/>
          </p:nvPr>
        </p:nvSpPr>
        <p:spPr>
          <a:xfrm>
            <a:off x="6108996" y="2375863"/>
            <a:ext cx="1269900" cy="2071500"/>
          </a:xfrm>
          <a:prstGeom prst="rect">
            <a:avLst/>
          </a:prstGeom>
          <a:noFill/>
          <a:ln>
            <a:noFill/>
          </a:ln>
        </p:spPr>
        <p:txBody>
          <a:bodyPr spcFirstLastPara="1" wrap="square" lIns="0" tIns="0" rIns="0" bIns="0" anchor="t" anchorCtr="0">
            <a:noAutofit/>
          </a:bodyPr>
          <a:lstStyle>
            <a:lvl1pPr marL="457200" marR="0" lvl="0" indent="-228600" algn="l" rtl="0">
              <a:lnSpc>
                <a:spcPct val="128571"/>
              </a:lnSpc>
              <a:spcBef>
                <a:spcPts val="700"/>
              </a:spcBef>
              <a:spcAft>
                <a:spcPts val="0"/>
              </a:spcAft>
              <a:buClr>
                <a:schemeClr val="dk2"/>
              </a:buClr>
              <a:buSzPts val="900"/>
              <a:buFont typeface="Noto Sans Symbols"/>
              <a:buNone/>
              <a:defRPr sz="1000" b="0">
                <a:solidFill>
                  <a:schemeClr val="dk2"/>
                </a:solidFill>
                <a:latin typeface="Quattrocento Sans"/>
                <a:ea typeface="Quattrocento Sans"/>
                <a:cs typeface="Quattrocento Sans"/>
                <a:sym typeface="Quattrocento Sans"/>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88" name="Google Shape;488;p75"/>
          <p:cNvSpPr txBox="1">
            <a:spLocks noGrp="1"/>
          </p:cNvSpPr>
          <p:nvPr>
            <p:ph type="body" idx="7"/>
          </p:nvPr>
        </p:nvSpPr>
        <p:spPr>
          <a:xfrm>
            <a:off x="7550746" y="2375863"/>
            <a:ext cx="1269900" cy="2071500"/>
          </a:xfrm>
          <a:prstGeom prst="rect">
            <a:avLst/>
          </a:prstGeom>
          <a:noFill/>
          <a:ln>
            <a:noFill/>
          </a:ln>
        </p:spPr>
        <p:txBody>
          <a:bodyPr spcFirstLastPara="1" wrap="square" lIns="0" tIns="0" rIns="0" bIns="0" anchor="t" anchorCtr="0">
            <a:noAutofit/>
          </a:bodyPr>
          <a:lstStyle>
            <a:lvl1pPr marL="457200" marR="0" lvl="0" indent="-228600" algn="l" rtl="0">
              <a:lnSpc>
                <a:spcPct val="128571"/>
              </a:lnSpc>
              <a:spcBef>
                <a:spcPts val="700"/>
              </a:spcBef>
              <a:spcAft>
                <a:spcPts val="0"/>
              </a:spcAft>
              <a:buClr>
                <a:schemeClr val="dk2"/>
              </a:buClr>
              <a:buSzPts val="900"/>
              <a:buFont typeface="Noto Sans Symbols"/>
              <a:buNone/>
              <a:defRPr sz="1000" b="0">
                <a:solidFill>
                  <a:schemeClr val="dk2"/>
                </a:solidFill>
                <a:latin typeface="Quattrocento Sans"/>
                <a:ea typeface="Quattrocento Sans"/>
                <a:cs typeface="Quattrocento Sans"/>
                <a:sym typeface="Quattrocento Sans"/>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89" name="Google Shape;489;p75"/>
          <p:cNvSpPr txBox="1">
            <a:spLocks noGrp="1"/>
          </p:cNvSpPr>
          <p:nvPr>
            <p:ph type="body" idx="8"/>
          </p:nvPr>
        </p:nvSpPr>
        <p:spPr>
          <a:xfrm>
            <a:off x="1783746" y="1619164"/>
            <a:ext cx="1269900" cy="672000"/>
          </a:xfrm>
          <a:prstGeom prst="rect">
            <a:avLst/>
          </a:prstGeom>
          <a:noFill/>
          <a:ln>
            <a:noFill/>
          </a:ln>
        </p:spPr>
        <p:txBody>
          <a:bodyPr spcFirstLastPara="1" wrap="square" lIns="0" tIns="67225" rIns="107575" bIns="67225" anchor="t" anchorCtr="0">
            <a:noAutofit/>
          </a:bodyPr>
          <a:lstStyle>
            <a:lvl1pPr marL="457200" lvl="0" indent="-228600" algn="l" rtl="0">
              <a:lnSpc>
                <a:spcPct val="100000"/>
              </a:lnSpc>
              <a:spcBef>
                <a:spcPts val="0"/>
              </a:spcBef>
              <a:spcAft>
                <a:spcPts val="0"/>
              </a:spcAft>
              <a:buClr>
                <a:schemeClr val="dk1"/>
              </a:buClr>
              <a:buSzPts val="1300"/>
              <a:buNone/>
              <a:defRPr sz="1500"/>
            </a:lvl1pPr>
            <a:lvl2pPr marL="914400" lvl="1" indent="-228600" algn="l" rtl="0">
              <a:lnSpc>
                <a:spcPct val="100000"/>
              </a:lnSpc>
              <a:spcBef>
                <a:spcPts val="0"/>
              </a:spcBef>
              <a:spcAft>
                <a:spcPts val="0"/>
              </a:spcAft>
              <a:buClr>
                <a:schemeClr val="dk1"/>
              </a:buClr>
              <a:buSzPts val="12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12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90" name="Google Shape;490;p75"/>
          <p:cNvSpPr txBox="1">
            <a:spLocks noGrp="1"/>
          </p:cNvSpPr>
          <p:nvPr>
            <p:ph type="body" idx="9"/>
          </p:nvPr>
        </p:nvSpPr>
        <p:spPr>
          <a:xfrm>
            <a:off x="3225496" y="1619164"/>
            <a:ext cx="1269900" cy="672000"/>
          </a:xfrm>
          <a:prstGeom prst="rect">
            <a:avLst/>
          </a:prstGeom>
          <a:noFill/>
          <a:ln>
            <a:noFill/>
          </a:ln>
        </p:spPr>
        <p:txBody>
          <a:bodyPr spcFirstLastPara="1" wrap="square" lIns="0" tIns="67225" rIns="107575" bIns="67225" anchor="t" anchorCtr="0">
            <a:noAutofit/>
          </a:bodyPr>
          <a:lstStyle>
            <a:lvl1pPr marL="457200" lvl="0" indent="-228600" algn="l" rtl="0">
              <a:lnSpc>
                <a:spcPct val="100000"/>
              </a:lnSpc>
              <a:spcBef>
                <a:spcPts val="0"/>
              </a:spcBef>
              <a:spcAft>
                <a:spcPts val="0"/>
              </a:spcAft>
              <a:buClr>
                <a:schemeClr val="dk1"/>
              </a:buClr>
              <a:buSzPts val="1300"/>
              <a:buNone/>
              <a:defRPr sz="1500"/>
            </a:lvl1pPr>
            <a:lvl2pPr marL="914400" lvl="1" indent="-228600" algn="l" rtl="0">
              <a:lnSpc>
                <a:spcPct val="100000"/>
              </a:lnSpc>
              <a:spcBef>
                <a:spcPts val="0"/>
              </a:spcBef>
              <a:spcAft>
                <a:spcPts val="0"/>
              </a:spcAft>
              <a:buClr>
                <a:schemeClr val="dk1"/>
              </a:buClr>
              <a:buSzPts val="12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12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91" name="Google Shape;491;p75"/>
          <p:cNvSpPr txBox="1">
            <a:spLocks noGrp="1"/>
          </p:cNvSpPr>
          <p:nvPr>
            <p:ph type="body" idx="13"/>
          </p:nvPr>
        </p:nvSpPr>
        <p:spPr>
          <a:xfrm>
            <a:off x="4667246" y="1619164"/>
            <a:ext cx="1269900" cy="672000"/>
          </a:xfrm>
          <a:prstGeom prst="rect">
            <a:avLst/>
          </a:prstGeom>
          <a:noFill/>
          <a:ln>
            <a:noFill/>
          </a:ln>
        </p:spPr>
        <p:txBody>
          <a:bodyPr spcFirstLastPara="1" wrap="square" lIns="0" tIns="67225" rIns="107575" bIns="67225" anchor="t" anchorCtr="0">
            <a:noAutofit/>
          </a:bodyPr>
          <a:lstStyle>
            <a:lvl1pPr marL="457200" lvl="0" indent="-228600" algn="l" rtl="0">
              <a:lnSpc>
                <a:spcPct val="100000"/>
              </a:lnSpc>
              <a:spcBef>
                <a:spcPts val="0"/>
              </a:spcBef>
              <a:spcAft>
                <a:spcPts val="0"/>
              </a:spcAft>
              <a:buClr>
                <a:schemeClr val="dk1"/>
              </a:buClr>
              <a:buSzPts val="1300"/>
              <a:buNone/>
              <a:defRPr sz="1500"/>
            </a:lvl1pPr>
            <a:lvl2pPr marL="914400" lvl="1" indent="-228600" algn="l" rtl="0">
              <a:lnSpc>
                <a:spcPct val="100000"/>
              </a:lnSpc>
              <a:spcBef>
                <a:spcPts val="0"/>
              </a:spcBef>
              <a:spcAft>
                <a:spcPts val="0"/>
              </a:spcAft>
              <a:buClr>
                <a:schemeClr val="dk1"/>
              </a:buClr>
              <a:buSzPts val="12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12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92" name="Google Shape;492;p75"/>
          <p:cNvSpPr txBox="1">
            <a:spLocks noGrp="1"/>
          </p:cNvSpPr>
          <p:nvPr>
            <p:ph type="body" idx="14"/>
          </p:nvPr>
        </p:nvSpPr>
        <p:spPr>
          <a:xfrm>
            <a:off x="6108996" y="1619164"/>
            <a:ext cx="1269900" cy="672000"/>
          </a:xfrm>
          <a:prstGeom prst="rect">
            <a:avLst/>
          </a:prstGeom>
          <a:noFill/>
          <a:ln>
            <a:noFill/>
          </a:ln>
        </p:spPr>
        <p:txBody>
          <a:bodyPr spcFirstLastPara="1" wrap="square" lIns="0" tIns="67225" rIns="107575" bIns="67225" anchor="t" anchorCtr="0">
            <a:noAutofit/>
          </a:bodyPr>
          <a:lstStyle>
            <a:lvl1pPr marL="457200" lvl="0" indent="-228600" algn="l" rtl="0">
              <a:lnSpc>
                <a:spcPct val="100000"/>
              </a:lnSpc>
              <a:spcBef>
                <a:spcPts val="0"/>
              </a:spcBef>
              <a:spcAft>
                <a:spcPts val="0"/>
              </a:spcAft>
              <a:buClr>
                <a:schemeClr val="dk1"/>
              </a:buClr>
              <a:buSzPts val="1300"/>
              <a:buNone/>
              <a:defRPr sz="1500"/>
            </a:lvl1pPr>
            <a:lvl2pPr marL="914400" lvl="1" indent="-228600" algn="l" rtl="0">
              <a:lnSpc>
                <a:spcPct val="100000"/>
              </a:lnSpc>
              <a:spcBef>
                <a:spcPts val="0"/>
              </a:spcBef>
              <a:spcAft>
                <a:spcPts val="0"/>
              </a:spcAft>
              <a:buClr>
                <a:schemeClr val="dk1"/>
              </a:buClr>
              <a:buSzPts val="12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12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93" name="Google Shape;493;p75"/>
          <p:cNvSpPr txBox="1">
            <a:spLocks noGrp="1"/>
          </p:cNvSpPr>
          <p:nvPr>
            <p:ph type="body" idx="15"/>
          </p:nvPr>
        </p:nvSpPr>
        <p:spPr>
          <a:xfrm>
            <a:off x="7550746" y="1619164"/>
            <a:ext cx="1269900" cy="672000"/>
          </a:xfrm>
          <a:prstGeom prst="rect">
            <a:avLst/>
          </a:prstGeom>
          <a:noFill/>
          <a:ln>
            <a:noFill/>
          </a:ln>
        </p:spPr>
        <p:txBody>
          <a:bodyPr spcFirstLastPara="1" wrap="square" lIns="0" tIns="67225" rIns="107575" bIns="67225" anchor="t" anchorCtr="0">
            <a:noAutofit/>
          </a:bodyPr>
          <a:lstStyle>
            <a:lvl1pPr marL="457200" lvl="0" indent="-228600" algn="l" rtl="0">
              <a:lnSpc>
                <a:spcPct val="100000"/>
              </a:lnSpc>
              <a:spcBef>
                <a:spcPts val="0"/>
              </a:spcBef>
              <a:spcAft>
                <a:spcPts val="0"/>
              </a:spcAft>
              <a:buClr>
                <a:schemeClr val="dk1"/>
              </a:buClr>
              <a:buSzPts val="1300"/>
              <a:buNone/>
              <a:defRPr sz="1500"/>
            </a:lvl1pPr>
            <a:lvl2pPr marL="914400" lvl="1" indent="-228600" algn="l" rtl="0">
              <a:lnSpc>
                <a:spcPct val="100000"/>
              </a:lnSpc>
              <a:spcBef>
                <a:spcPts val="0"/>
              </a:spcBef>
              <a:spcAft>
                <a:spcPts val="0"/>
              </a:spcAft>
              <a:buClr>
                <a:schemeClr val="dk1"/>
              </a:buClr>
              <a:buSzPts val="12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12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94" name="Google Shape;494;p75"/>
          <p:cNvSpPr txBox="1">
            <a:spLocks noGrp="1"/>
          </p:cNvSpPr>
          <p:nvPr>
            <p:ph type="body" idx="16"/>
          </p:nvPr>
        </p:nvSpPr>
        <p:spPr>
          <a:xfrm>
            <a:off x="341997" y="1518769"/>
            <a:ext cx="192600" cy="193800"/>
          </a:xfrm>
          <a:prstGeom prst="rect">
            <a:avLst/>
          </a:prstGeom>
          <a:noFill/>
          <a:ln>
            <a:noFill/>
          </a:ln>
        </p:spPr>
        <p:txBody>
          <a:bodyPr spcFirstLastPara="1" wrap="square" lIns="0" tIns="0" rIns="107575" bIns="0" anchor="t" anchorCtr="0">
            <a:noAutofit/>
          </a:bodyPr>
          <a:lstStyle>
            <a:lvl1pPr marL="457200" lvl="0"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1pPr>
            <a:lvl2pPr marL="914400" lvl="1"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2pPr>
            <a:lvl3pPr marL="1371600" lvl="2"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3pPr>
            <a:lvl4pPr marL="1828800" lvl="3"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4pPr>
            <a:lvl5pPr marL="2286000" lvl="4"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95" name="Google Shape;495;p75"/>
          <p:cNvSpPr txBox="1">
            <a:spLocks noGrp="1"/>
          </p:cNvSpPr>
          <p:nvPr>
            <p:ph type="body" idx="17"/>
          </p:nvPr>
        </p:nvSpPr>
        <p:spPr>
          <a:xfrm>
            <a:off x="1784680" y="1518769"/>
            <a:ext cx="192600" cy="193800"/>
          </a:xfrm>
          <a:prstGeom prst="rect">
            <a:avLst/>
          </a:prstGeom>
          <a:noFill/>
          <a:ln>
            <a:noFill/>
          </a:ln>
        </p:spPr>
        <p:txBody>
          <a:bodyPr spcFirstLastPara="1" wrap="square" lIns="0" tIns="0" rIns="107575" bIns="0" anchor="t" anchorCtr="0">
            <a:noAutofit/>
          </a:bodyPr>
          <a:lstStyle>
            <a:lvl1pPr marL="457200" lvl="0"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1pPr>
            <a:lvl2pPr marL="914400" lvl="1"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2pPr>
            <a:lvl3pPr marL="1371600" lvl="2"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3pPr>
            <a:lvl4pPr marL="1828800" lvl="3"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4pPr>
            <a:lvl5pPr marL="2286000" lvl="4"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96" name="Google Shape;496;p75"/>
          <p:cNvSpPr txBox="1">
            <a:spLocks noGrp="1"/>
          </p:cNvSpPr>
          <p:nvPr>
            <p:ph type="body" idx="18"/>
          </p:nvPr>
        </p:nvSpPr>
        <p:spPr>
          <a:xfrm>
            <a:off x="3227363" y="1518769"/>
            <a:ext cx="192600" cy="193800"/>
          </a:xfrm>
          <a:prstGeom prst="rect">
            <a:avLst/>
          </a:prstGeom>
          <a:noFill/>
          <a:ln>
            <a:noFill/>
          </a:ln>
        </p:spPr>
        <p:txBody>
          <a:bodyPr spcFirstLastPara="1" wrap="square" lIns="0" tIns="0" rIns="107575" bIns="0" anchor="t" anchorCtr="0">
            <a:noAutofit/>
          </a:bodyPr>
          <a:lstStyle>
            <a:lvl1pPr marL="457200" lvl="0"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1pPr>
            <a:lvl2pPr marL="914400" lvl="1"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2pPr>
            <a:lvl3pPr marL="1371600" lvl="2"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3pPr>
            <a:lvl4pPr marL="1828800" lvl="3"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4pPr>
            <a:lvl5pPr marL="2286000" lvl="4"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97" name="Google Shape;497;p75"/>
          <p:cNvSpPr txBox="1">
            <a:spLocks noGrp="1"/>
          </p:cNvSpPr>
          <p:nvPr>
            <p:ph type="body" idx="19"/>
          </p:nvPr>
        </p:nvSpPr>
        <p:spPr>
          <a:xfrm>
            <a:off x="4672381" y="1518769"/>
            <a:ext cx="192600" cy="193800"/>
          </a:xfrm>
          <a:prstGeom prst="rect">
            <a:avLst/>
          </a:prstGeom>
          <a:noFill/>
          <a:ln>
            <a:noFill/>
          </a:ln>
        </p:spPr>
        <p:txBody>
          <a:bodyPr spcFirstLastPara="1" wrap="square" lIns="0" tIns="0" rIns="107575" bIns="0" anchor="t" anchorCtr="0">
            <a:noAutofit/>
          </a:bodyPr>
          <a:lstStyle>
            <a:lvl1pPr marL="457200" lvl="0"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1pPr>
            <a:lvl2pPr marL="914400" lvl="1"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2pPr>
            <a:lvl3pPr marL="1371600" lvl="2"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3pPr>
            <a:lvl4pPr marL="1828800" lvl="3"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4pPr>
            <a:lvl5pPr marL="2286000" lvl="4"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98" name="Google Shape;498;p75"/>
          <p:cNvSpPr txBox="1">
            <a:spLocks noGrp="1"/>
          </p:cNvSpPr>
          <p:nvPr>
            <p:ph type="body" idx="20"/>
          </p:nvPr>
        </p:nvSpPr>
        <p:spPr>
          <a:xfrm>
            <a:off x="6104560" y="1518769"/>
            <a:ext cx="192600" cy="193800"/>
          </a:xfrm>
          <a:prstGeom prst="rect">
            <a:avLst/>
          </a:prstGeom>
          <a:noFill/>
          <a:ln>
            <a:noFill/>
          </a:ln>
        </p:spPr>
        <p:txBody>
          <a:bodyPr spcFirstLastPara="1" wrap="square" lIns="0" tIns="0" rIns="107575" bIns="0" anchor="t" anchorCtr="0">
            <a:noAutofit/>
          </a:bodyPr>
          <a:lstStyle>
            <a:lvl1pPr marL="457200" lvl="0"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1pPr>
            <a:lvl2pPr marL="914400" lvl="1"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2pPr>
            <a:lvl3pPr marL="1371600" lvl="2"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3pPr>
            <a:lvl4pPr marL="1828800" lvl="3"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4pPr>
            <a:lvl5pPr marL="2286000" lvl="4"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499" name="Google Shape;499;p75"/>
          <p:cNvSpPr txBox="1">
            <a:spLocks noGrp="1"/>
          </p:cNvSpPr>
          <p:nvPr>
            <p:ph type="body" idx="21"/>
          </p:nvPr>
        </p:nvSpPr>
        <p:spPr>
          <a:xfrm>
            <a:off x="7550746" y="1518769"/>
            <a:ext cx="192600" cy="193800"/>
          </a:xfrm>
          <a:prstGeom prst="rect">
            <a:avLst/>
          </a:prstGeom>
          <a:noFill/>
          <a:ln>
            <a:noFill/>
          </a:ln>
        </p:spPr>
        <p:txBody>
          <a:bodyPr spcFirstLastPara="1" wrap="square" lIns="0" tIns="0" rIns="107575" bIns="0" anchor="t" anchorCtr="0">
            <a:noAutofit/>
          </a:bodyPr>
          <a:lstStyle>
            <a:lvl1pPr marL="457200" lvl="0"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1pPr>
            <a:lvl2pPr marL="914400" lvl="1"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2pPr>
            <a:lvl3pPr marL="1371600" lvl="2"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3pPr>
            <a:lvl4pPr marL="1828800" lvl="3"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4pPr>
            <a:lvl5pPr marL="2286000" lvl="4" indent="-228600" algn="l" rtl="0">
              <a:lnSpc>
                <a:spcPct val="240000"/>
              </a:lnSpc>
              <a:spcBef>
                <a:spcPts val="0"/>
              </a:spcBef>
              <a:spcAft>
                <a:spcPts val="0"/>
              </a:spcAft>
              <a:buClr>
                <a:schemeClr val="dk1"/>
              </a:buClr>
              <a:buSzPts val="700"/>
              <a:buNone/>
              <a:defRPr sz="700">
                <a:solidFill>
                  <a:schemeClr val="dk1"/>
                </a:solidFill>
                <a:latin typeface="Quattrocento Sans"/>
                <a:ea typeface="Quattrocento Sans"/>
                <a:cs typeface="Quattrocento Sans"/>
                <a:sym typeface="Quattrocento Sans"/>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Tree>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hoto layout 1">
  <p:cSld name="Photo layout 1">
    <p:spTree>
      <p:nvGrpSpPr>
        <p:cNvPr id="1" name="Shape 502"/>
        <p:cNvGrpSpPr/>
        <p:nvPr/>
      </p:nvGrpSpPr>
      <p:grpSpPr>
        <a:xfrm>
          <a:off x="0" y="0"/>
          <a:ext cx="0" cy="0"/>
          <a:chOff x="0" y="0"/>
          <a:chExt cx="0" cy="0"/>
        </a:xfrm>
      </p:grpSpPr>
      <p:sp>
        <p:nvSpPr>
          <p:cNvPr id="503" name="Google Shape;503;p77"/>
          <p:cNvSpPr>
            <a:spLocks noGrp="1"/>
          </p:cNvSpPr>
          <p:nvPr>
            <p:ph type="pic" idx="2"/>
          </p:nvPr>
        </p:nvSpPr>
        <p:spPr>
          <a:xfrm>
            <a:off x="4672381" y="0"/>
            <a:ext cx="4471500" cy="5143500"/>
          </a:xfrm>
          <a:prstGeom prst="rect">
            <a:avLst/>
          </a:prstGeom>
          <a:blipFill rotWithShape="1">
            <a:blip r:embed="rId2">
              <a:alphaModFix/>
            </a:blip>
            <a:stretch>
              <a:fillRect/>
            </a:stretch>
          </a:blipFill>
          <a:ln>
            <a:noFill/>
          </a:ln>
        </p:spPr>
        <p:txBody>
          <a:bodyPr spcFirstLastPara="1" wrap="square" lIns="0" tIns="67225" rIns="107575" bIns="67225" anchor="ctr" anchorCtr="0">
            <a:noAutofit/>
          </a:bodyPr>
          <a:lstStyle>
            <a:lvl1pPr marR="0" lvl="0" algn="ctr" rtl="0">
              <a:lnSpc>
                <a:spcPct val="100000"/>
              </a:lnSpc>
              <a:spcBef>
                <a:spcPts val="0"/>
              </a:spcBef>
              <a:spcAft>
                <a:spcPts val="0"/>
              </a:spcAft>
              <a:buClr>
                <a:schemeClr val="lt2"/>
              </a:buClr>
              <a:buSzPts val="1600"/>
              <a:buFont typeface="Noto Sans Symbols"/>
              <a:buNone/>
              <a:defRPr sz="1800" b="0" i="0" u="none" strike="noStrike" cap="none">
                <a:solidFill>
                  <a:schemeClr val="lt2"/>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chemeClr val="dk1"/>
              </a:buClr>
              <a:buSzPts val="1300"/>
              <a:buFont typeface="Noto Sans Symbols"/>
              <a:buNone/>
              <a:defRPr sz="1500" b="0" i="0" u="none" strike="noStrike" cap="none">
                <a:solidFill>
                  <a:schemeClr val="dk1"/>
                </a:solidFill>
                <a:latin typeface="Quattrocento Sans"/>
                <a:ea typeface="Quattrocento Sans"/>
                <a:cs typeface="Quattrocento Sans"/>
                <a:sym typeface="Quattrocento Sans"/>
              </a:defRPr>
            </a:lvl2pPr>
            <a:lvl3pPr marR="0" lvl="2" algn="l" rtl="0">
              <a:lnSpc>
                <a:spcPct val="100000"/>
              </a:lnSpc>
              <a:spcBef>
                <a:spcPts val="0"/>
              </a:spcBef>
              <a:spcAft>
                <a:spcPts val="0"/>
              </a:spcAft>
              <a:buClr>
                <a:schemeClr val="dk2"/>
              </a:buClr>
              <a:buSzPts val="1200"/>
              <a:buFont typeface="Noto Sans Symbols"/>
              <a:buNone/>
              <a:defRPr sz="1300" b="0" i="0" u="none" strike="noStrike" cap="none">
                <a:solidFill>
                  <a:schemeClr val="dk2"/>
                </a:solidFill>
                <a:latin typeface="Quattrocento Sans"/>
                <a:ea typeface="Quattrocento Sans"/>
                <a:cs typeface="Quattrocento Sans"/>
                <a:sym typeface="Quattrocento Sans"/>
              </a:defRPr>
            </a:lvl3pPr>
            <a:lvl4pPr marR="0" lvl="3" algn="l" rtl="0">
              <a:lnSpc>
                <a:spcPct val="100000"/>
              </a:lnSpc>
              <a:spcBef>
                <a:spcPts val="0"/>
              </a:spcBef>
              <a:spcAft>
                <a:spcPts val="0"/>
              </a:spcAft>
              <a:buClr>
                <a:schemeClr val="dk1"/>
              </a:buClr>
              <a:buSzPts val="1200"/>
              <a:buFont typeface="Noto Sans Symbols"/>
              <a:buNone/>
              <a:defRPr sz="1300" b="0" i="0" u="none" strike="noStrike" cap="none">
                <a:solidFill>
                  <a:schemeClr val="dk1"/>
                </a:solidFill>
                <a:latin typeface="Quattrocento Sans"/>
                <a:ea typeface="Quattrocento Sans"/>
                <a:cs typeface="Quattrocento Sans"/>
                <a:sym typeface="Quattrocento Sans"/>
              </a:defRPr>
            </a:lvl4pPr>
            <a:lvl5pPr marR="0" lvl="4" algn="l" rtl="0">
              <a:lnSpc>
                <a:spcPct val="100000"/>
              </a:lnSpc>
              <a:spcBef>
                <a:spcPts val="0"/>
              </a:spcBef>
              <a:spcAft>
                <a:spcPts val="0"/>
              </a:spcAft>
              <a:buClr>
                <a:schemeClr val="dk1"/>
              </a:buClr>
              <a:buSzPts val="800"/>
              <a:buFont typeface="Noto Sans Symbols"/>
              <a:buNone/>
              <a:defRPr sz="900" b="1" i="0" u="none" strike="noStrike" cap="none">
                <a:solidFill>
                  <a:schemeClr val="dk1"/>
                </a:solidFill>
                <a:latin typeface="Quattrocento Sans"/>
                <a:ea typeface="Quattrocento Sans"/>
                <a:cs typeface="Quattrocento Sans"/>
                <a:sym typeface="Quattrocento Sans"/>
              </a:defRPr>
            </a:lvl5pPr>
            <a:lvl6pPr marR="0" lvl="5" algn="l" rtl="0">
              <a:spcBef>
                <a:spcPts val="300"/>
              </a:spcBef>
              <a:spcAft>
                <a:spcPts val="0"/>
              </a:spcAft>
              <a:buClr>
                <a:schemeClr val="dk1"/>
              </a:buClr>
              <a:buSzPts val="1500"/>
              <a:buFont typeface="Arial"/>
              <a:buNone/>
              <a:defRPr sz="1500" b="0" i="0" u="none" strike="noStrike" cap="none">
                <a:solidFill>
                  <a:schemeClr val="dk1"/>
                </a:solidFill>
                <a:latin typeface="Quattrocento Sans"/>
                <a:ea typeface="Quattrocento Sans"/>
                <a:cs typeface="Quattrocento Sans"/>
                <a:sym typeface="Quattrocento Sans"/>
              </a:defRPr>
            </a:lvl6pPr>
            <a:lvl7pPr marR="0" lvl="6" algn="l" rtl="0">
              <a:lnSpc>
                <a:spcPct val="100000"/>
              </a:lnSpc>
              <a:spcBef>
                <a:spcPts val="0"/>
              </a:spcBef>
              <a:spcAft>
                <a:spcPts val="0"/>
              </a:spcAft>
              <a:buClr>
                <a:schemeClr val="dk1"/>
              </a:buClr>
              <a:buSzPts val="900"/>
              <a:buFont typeface="Arial"/>
              <a:buNone/>
              <a:defRPr sz="900" b="0" i="0" u="none" strike="noStrike" cap="none">
                <a:solidFill>
                  <a:schemeClr val="dk1"/>
                </a:solidFill>
                <a:latin typeface="Quattrocento Sans"/>
                <a:ea typeface="Quattrocento Sans"/>
                <a:cs typeface="Quattrocento Sans"/>
                <a:sym typeface="Quattrocento Sans"/>
              </a:defRPr>
            </a:lvl7pPr>
            <a:lvl8pPr marR="0" lvl="7"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504" name="Google Shape;504;p77"/>
          <p:cNvSpPr txBox="1">
            <a:spLocks noGrp="1"/>
          </p:cNvSpPr>
          <p:nvPr>
            <p:ph type="title"/>
          </p:nvPr>
        </p:nvSpPr>
        <p:spPr>
          <a:xfrm>
            <a:off x="341996" y="465321"/>
            <a:ext cx="4156500" cy="302400"/>
          </a:xfrm>
          <a:prstGeom prst="rect">
            <a:avLst/>
          </a:prstGeom>
          <a:noFill/>
          <a:ln>
            <a:noFill/>
          </a:ln>
        </p:spPr>
        <p:txBody>
          <a:bodyPr spcFirstLastPara="1" wrap="square" lIns="0" tIns="0" rIns="0" bIns="0" anchor="t" anchorCtr="0">
            <a:noAutofit/>
          </a:bodyPr>
          <a:lstStyle>
            <a:lvl1pPr lvl="0" algn="l" rtl="0">
              <a:lnSpc>
                <a:spcPct val="114285"/>
              </a:lnSpc>
              <a:spcBef>
                <a:spcPts val="0"/>
              </a:spcBef>
              <a:spcAft>
                <a:spcPts val="0"/>
              </a:spcAft>
              <a:buClr>
                <a:schemeClr val="dk1"/>
              </a:buClr>
              <a:buSzPts val="2100"/>
              <a:buFont typeface="Quattrocento Sans"/>
              <a:buNone/>
              <a:defRPr sz="2100">
                <a:solidFill>
                  <a:schemeClr val="dk1"/>
                </a:solidFill>
              </a:defRPr>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sp>
        <p:nvSpPr>
          <p:cNvPr id="505" name="Google Shape;505;p77"/>
          <p:cNvSpPr txBox="1">
            <a:spLocks noGrp="1"/>
          </p:cNvSpPr>
          <p:nvPr>
            <p:ph type="body" idx="1"/>
          </p:nvPr>
        </p:nvSpPr>
        <p:spPr>
          <a:xfrm>
            <a:off x="341996" y="1772717"/>
            <a:ext cx="3617100" cy="1986600"/>
          </a:xfrm>
          <a:prstGeom prst="rect">
            <a:avLst/>
          </a:prstGeom>
          <a:noFill/>
          <a:ln>
            <a:noFill/>
          </a:ln>
        </p:spPr>
        <p:txBody>
          <a:bodyPr spcFirstLastPara="1" wrap="square" lIns="0" tIns="0" rIns="0" bIns="0" anchor="t" anchorCtr="0">
            <a:noAutofit/>
          </a:bodyPr>
          <a:lstStyle>
            <a:lvl1pPr marL="457200" lvl="0" indent="-228600" algn="l" rtl="0">
              <a:lnSpc>
                <a:spcPct val="128571"/>
              </a:lnSpc>
              <a:spcBef>
                <a:spcPts val="700"/>
              </a:spcBef>
              <a:spcAft>
                <a:spcPts val="0"/>
              </a:spcAft>
              <a:buClr>
                <a:schemeClr val="dk2"/>
              </a:buClr>
              <a:buSzPts val="900"/>
              <a:buNone/>
              <a:defRPr sz="1000" b="0">
                <a:solidFill>
                  <a:schemeClr val="dk2"/>
                </a:solidFill>
                <a:latin typeface="Quattrocento Sans"/>
                <a:ea typeface="Quattrocento Sans"/>
                <a:cs typeface="Quattrocento Sans"/>
                <a:sym typeface="Quattrocento Sans"/>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506" name="Google Shape;506;p77"/>
          <p:cNvSpPr txBox="1">
            <a:spLocks noGrp="1"/>
          </p:cNvSpPr>
          <p:nvPr>
            <p:ph type="body" idx="3"/>
          </p:nvPr>
        </p:nvSpPr>
        <p:spPr>
          <a:xfrm>
            <a:off x="341996" y="1441940"/>
            <a:ext cx="3617100" cy="226200"/>
          </a:xfrm>
          <a:prstGeom prst="rect">
            <a:avLst/>
          </a:prstGeom>
          <a:noFill/>
          <a:ln>
            <a:noFill/>
          </a:ln>
        </p:spPr>
        <p:txBody>
          <a:bodyPr spcFirstLastPara="1" wrap="square" lIns="0" tIns="0" rIns="0" bIns="0" anchor="t" anchorCtr="0">
            <a:noAutofit/>
          </a:bodyPr>
          <a:lstStyle>
            <a:lvl1pPr marL="457200" lvl="0" indent="-228600" algn="l" rtl="0">
              <a:lnSpc>
                <a:spcPct val="120000"/>
              </a:lnSpc>
              <a:spcBef>
                <a:spcPts val="0"/>
              </a:spcBef>
              <a:spcAft>
                <a:spcPts val="0"/>
              </a:spcAft>
              <a:buClr>
                <a:schemeClr val="dk1"/>
              </a:buClr>
              <a:buSzPts val="1300"/>
              <a:buNone/>
              <a:defRPr sz="1500">
                <a:solidFill>
                  <a:schemeClr val="dk1"/>
                </a:solidFill>
                <a:latin typeface="Quattrocento Sans"/>
                <a:ea typeface="Quattrocento Sans"/>
                <a:cs typeface="Quattrocento Sans"/>
                <a:sym typeface="Quattrocento Sans"/>
              </a:defRPr>
            </a:lvl1pPr>
            <a:lvl2pPr marL="914400" lvl="1" indent="-228600" algn="l" rtl="0">
              <a:lnSpc>
                <a:spcPct val="100000"/>
              </a:lnSpc>
              <a:spcBef>
                <a:spcPts val="0"/>
              </a:spcBef>
              <a:spcAft>
                <a:spcPts val="0"/>
              </a:spcAft>
              <a:buClr>
                <a:schemeClr val="dk1"/>
              </a:buClr>
              <a:buSzPts val="13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Photo layout 2">
  <p:cSld name="Photo layout 2">
    <p:spTree>
      <p:nvGrpSpPr>
        <p:cNvPr id="1" name="Shape 507"/>
        <p:cNvGrpSpPr/>
        <p:nvPr/>
      </p:nvGrpSpPr>
      <p:grpSpPr>
        <a:xfrm>
          <a:off x="0" y="0"/>
          <a:ext cx="0" cy="0"/>
          <a:chOff x="0" y="0"/>
          <a:chExt cx="0" cy="0"/>
        </a:xfrm>
      </p:grpSpPr>
      <p:sp>
        <p:nvSpPr>
          <p:cNvPr id="508" name="Google Shape;508;p78"/>
          <p:cNvSpPr>
            <a:spLocks noGrp="1"/>
          </p:cNvSpPr>
          <p:nvPr>
            <p:ph type="pic" idx="2"/>
          </p:nvPr>
        </p:nvSpPr>
        <p:spPr>
          <a:xfrm>
            <a:off x="341996" y="1619164"/>
            <a:ext cx="2713800" cy="1905300"/>
          </a:xfrm>
          <a:prstGeom prst="rect">
            <a:avLst/>
          </a:prstGeom>
          <a:blipFill rotWithShape="1">
            <a:blip r:embed="rId2">
              <a:alphaModFix/>
            </a:blip>
            <a:stretch>
              <a:fillRect/>
            </a:stretch>
          </a:blipFill>
          <a:ln>
            <a:noFill/>
          </a:ln>
        </p:spPr>
        <p:txBody>
          <a:bodyPr spcFirstLastPara="1" wrap="square" lIns="0" tIns="67225" rIns="107575" bIns="67225" anchor="ctr" anchorCtr="0">
            <a:noAutofit/>
          </a:bodyPr>
          <a:lstStyle>
            <a:lvl1pPr marR="0" lvl="0" algn="ctr" rtl="0">
              <a:lnSpc>
                <a:spcPct val="100000"/>
              </a:lnSpc>
              <a:spcBef>
                <a:spcPts val="0"/>
              </a:spcBef>
              <a:spcAft>
                <a:spcPts val="0"/>
              </a:spcAft>
              <a:buClr>
                <a:schemeClr val="lt2"/>
              </a:buClr>
              <a:buSzPts val="1300"/>
              <a:buFont typeface="Noto Sans Symbols"/>
              <a:buNone/>
              <a:defRPr sz="1500" b="0" i="0" u="none" strike="noStrike" cap="none">
                <a:solidFill>
                  <a:schemeClr val="lt2"/>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chemeClr val="dk1"/>
              </a:buClr>
              <a:buSzPts val="1300"/>
              <a:buFont typeface="Noto Sans Symbols"/>
              <a:buNone/>
              <a:defRPr sz="1500" b="0" i="0" u="none" strike="noStrike" cap="none">
                <a:solidFill>
                  <a:schemeClr val="dk1"/>
                </a:solidFill>
                <a:latin typeface="Quattrocento Sans"/>
                <a:ea typeface="Quattrocento Sans"/>
                <a:cs typeface="Quattrocento Sans"/>
                <a:sym typeface="Quattrocento Sans"/>
              </a:defRPr>
            </a:lvl2pPr>
            <a:lvl3pPr marR="0" lvl="2" algn="l" rtl="0">
              <a:lnSpc>
                <a:spcPct val="100000"/>
              </a:lnSpc>
              <a:spcBef>
                <a:spcPts val="0"/>
              </a:spcBef>
              <a:spcAft>
                <a:spcPts val="0"/>
              </a:spcAft>
              <a:buClr>
                <a:schemeClr val="dk2"/>
              </a:buClr>
              <a:buSzPts val="1200"/>
              <a:buFont typeface="Noto Sans Symbols"/>
              <a:buNone/>
              <a:defRPr sz="1300" b="0" i="0" u="none" strike="noStrike" cap="none">
                <a:solidFill>
                  <a:schemeClr val="dk2"/>
                </a:solidFill>
                <a:latin typeface="Quattrocento Sans"/>
                <a:ea typeface="Quattrocento Sans"/>
                <a:cs typeface="Quattrocento Sans"/>
                <a:sym typeface="Quattrocento Sans"/>
              </a:defRPr>
            </a:lvl3pPr>
            <a:lvl4pPr marR="0" lvl="3" algn="l" rtl="0">
              <a:lnSpc>
                <a:spcPct val="100000"/>
              </a:lnSpc>
              <a:spcBef>
                <a:spcPts val="0"/>
              </a:spcBef>
              <a:spcAft>
                <a:spcPts val="0"/>
              </a:spcAft>
              <a:buClr>
                <a:schemeClr val="dk1"/>
              </a:buClr>
              <a:buSzPts val="1200"/>
              <a:buFont typeface="Noto Sans Symbols"/>
              <a:buNone/>
              <a:defRPr sz="1300" b="0" i="0" u="none" strike="noStrike" cap="none">
                <a:solidFill>
                  <a:schemeClr val="dk1"/>
                </a:solidFill>
                <a:latin typeface="Quattrocento Sans"/>
                <a:ea typeface="Quattrocento Sans"/>
                <a:cs typeface="Quattrocento Sans"/>
                <a:sym typeface="Quattrocento Sans"/>
              </a:defRPr>
            </a:lvl4pPr>
            <a:lvl5pPr marR="0" lvl="4" algn="l" rtl="0">
              <a:lnSpc>
                <a:spcPct val="100000"/>
              </a:lnSpc>
              <a:spcBef>
                <a:spcPts val="0"/>
              </a:spcBef>
              <a:spcAft>
                <a:spcPts val="0"/>
              </a:spcAft>
              <a:buClr>
                <a:schemeClr val="dk1"/>
              </a:buClr>
              <a:buSzPts val="800"/>
              <a:buFont typeface="Noto Sans Symbols"/>
              <a:buNone/>
              <a:defRPr sz="900" b="1" i="0" u="none" strike="noStrike" cap="none">
                <a:solidFill>
                  <a:schemeClr val="dk1"/>
                </a:solidFill>
                <a:latin typeface="Quattrocento Sans"/>
                <a:ea typeface="Quattrocento Sans"/>
                <a:cs typeface="Quattrocento Sans"/>
                <a:sym typeface="Quattrocento Sans"/>
              </a:defRPr>
            </a:lvl5pPr>
            <a:lvl6pPr marR="0" lvl="5" algn="l" rtl="0">
              <a:spcBef>
                <a:spcPts val="300"/>
              </a:spcBef>
              <a:spcAft>
                <a:spcPts val="0"/>
              </a:spcAft>
              <a:buClr>
                <a:schemeClr val="dk1"/>
              </a:buClr>
              <a:buSzPts val="1500"/>
              <a:buFont typeface="Arial"/>
              <a:buNone/>
              <a:defRPr sz="1500" b="0" i="0" u="none" strike="noStrike" cap="none">
                <a:solidFill>
                  <a:schemeClr val="dk1"/>
                </a:solidFill>
                <a:latin typeface="Quattrocento Sans"/>
                <a:ea typeface="Quattrocento Sans"/>
                <a:cs typeface="Quattrocento Sans"/>
                <a:sym typeface="Quattrocento Sans"/>
              </a:defRPr>
            </a:lvl6pPr>
            <a:lvl7pPr marR="0" lvl="6" algn="l" rtl="0">
              <a:lnSpc>
                <a:spcPct val="100000"/>
              </a:lnSpc>
              <a:spcBef>
                <a:spcPts val="0"/>
              </a:spcBef>
              <a:spcAft>
                <a:spcPts val="0"/>
              </a:spcAft>
              <a:buClr>
                <a:schemeClr val="dk1"/>
              </a:buClr>
              <a:buSzPts val="900"/>
              <a:buFont typeface="Arial"/>
              <a:buNone/>
              <a:defRPr sz="900" b="0" i="0" u="none" strike="noStrike" cap="none">
                <a:solidFill>
                  <a:schemeClr val="dk1"/>
                </a:solidFill>
                <a:latin typeface="Quattrocento Sans"/>
                <a:ea typeface="Quattrocento Sans"/>
                <a:cs typeface="Quattrocento Sans"/>
                <a:sym typeface="Quattrocento Sans"/>
              </a:defRPr>
            </a:lvl7pPr>
            <a:lvl8pPr marR="0" lvl="7"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509" name="Google Shape;509;p78"/>
          <p:cNvSpPr>
            <a:spLocks noGrp="1"/>
          </p:cNvSpPr>
          <p:nvPr>
            <p:ph type="pic" idx="3"/>
          </p:nvPr>
        </p:nvSpPr>
        <p:spPr>
          <a:xfrm>
            <a:off x="3227362" y="1619164"/>
            <a:ext cx="2705700" cy="1905300"/>
          </a:xfrm>
          <a:prstGeom prst="rect">
            <a:avLst/>
          </a:prstGeom>
          <a:blipFill rotWithShape="1">
            <a:blip r:embed="rId3">
              <a:alphaModFix/>
            </a:blip>
            <a:stretch>
              <a:fillRect/>
            </a:stretch>
          </a:blipFill>
          <a:ln>
            <a:noFill/>
          </a:ln>
        </p:spPr>
        <p:txBody>
          <a:bodyPr spcFirstLastPara="1" wrap="square" lIns="0" tIns="67225" rIns="107575" bIns="67225" anchor="ctr" anchorCtr="0">
            <a:noAutofit/>
          </a:bodyPr>
          <a:lstStyle>
            <a:lvl1pPr marR="0" lvl="0" algn="ctr" rtl="0">
              <a:lnSpc>
                <a:spcPct val="100000"/>
              </a:lnSpc>
              <a:spcBef>
                <a:spcPts val="0"/>
              </a:spcBef>
              <a:spcAft>
                <a:spcPts val="0"/>
              </a:spcAft>
              <a:buClr>
                <a:schemeClr val="lt2"/>
              </a:buClr>
              <a:buSzPts val="1300"/>
              <a:buFont typeface="Noto Sans Symbols"/>
              <a:buNone/>
              <a:defRPr sz="1500" b="0" i="0" u="none" strike="noStrike" cap="none">
                <a:solidFill>
                  <a:schemeClr val="lt2"/>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chemeClr val="dk1"/>
              </a:buClr>
              <a:buSzPts val="1300"/>
              <a:buFont typeface="Noto Sans Symbols"/>
              <a:buNone/>
              <a:defRPr sz="1500" b="0" i="0" u="none" strike="noStrike" cap="none">
                <a:solidFill>
                  <a:schemeClr val="dk1"/>
                </a:solidFill>
                <a:latin typeface="Quattrocento Sans"/>
                <a:ea typeface="Quattrocento Sans"/>
                <a:cs typeface="Quattrocento Sans"/>
                <a:sym typeface="Quattrocento Sans"/>
              </a:defRPr>
            </a:lvl2pPr>
            <a:lvl3pPr marR="0" lvl="2" algn="l" rtl="0">
              <a:lnSpc>
                <a:spcPct val="100000"/>
              </a:lnSpc>
              <a:spcBef>
                <a:spcPts val="0"/>
              </a:spcBef>
              <a:spcAft>
                <a:spcPts val="0"/>
              </a:spcAft>
              <a:buClr>
                <a:schemeClr val="dk2"/>
              </a:buClr>
              <a:buSzPts val="1200"/>
              <a:buFont typeface="Noto Sans Symbols"/>
              <a:buNone/>
              <a:defRPr sz="1300" b="0" i="0" u="none" strike="noStrike" cap="none">
                <a:solidFill>
                  <a:schemeClr val="dk2"/>
                </a:solidFill>
                <a:latin typeface="Quattrocento Sans"/>
                <a:ea typeface="Quattrocento Sans"/>
                <a:cs typeface="Quattrocento Sans"/>
                <a:sym typeface="Quattrocento Sans"/>
              </a:defRPr>
            </a:lvl3pPr>
            <a:lvl4pPr marR="0" lvl="3" algn="l" rtl="0">
              <a:lnSpc>
                <a:spcPct val="100000"/>
              </a:lnSpc>
              <a:spcBef>
                <a:spcPts val="0"/>
              </a:spcBef>
              <a:spcAft>
                <a:spcPts val="0"/>
              </a:spcAft>
              <a:buClr>
                <a:schemeClr val="dk1"/>
              </a:buClr>
              <a:buSzPts val="1200"/>
              <a:buFont typeface="Noto Sans Symbols"/>
              <a:buNone/>
              <a:defRPr sz="1300" b="0" i="0" u="none" strike="noStrike" cap="none">
                <a:solidFill>
                  <a:schemeClr val="dk1"/>
                </a:solidFill>
                <a:latin typeface="Quattrocento Sans"/>
                <a:ea typeface="Quattrocento Sans"/>
                <a:cs typeface="Quattrocento Sans"/>
                <a:sym typeface="Quattrocento Sans"/>
              </a:defRPr>
            </a:lvl4pPr>
            <a:lvl5pPr marR="0" lvl="4" algn="l" rtl="0">
              <a:lnSpc>
                <a:spcPct val="100000"/>
              </a:lnSpc>
              <a:spcBef>
                <a:spcPts val="0"/>
              </a:spcBef>
              <a:spcAft>
                <a:spcPts val="0"/>
              </a:spcAft>
              <a:buClr>
                <a:schemeClr val="dk1"/>
              </a:buClr>
              <a:buSzPts val="800"/>
              <a:buFont typeface="Noto Sans Symbols"/>
              <a:buNone/>
              <a:defRPr sz="900" b="1" i="0" u="none" strike="noStrike" cap="none">
                <a:solidFill>
                  <a:schemeClr val="dk1"/>
                </a:solidFill>
                <a:latin typeface="Quattrocento Sans"/>
                <a:ea typeface="Quattrocento Sans"/>
                <a:cs typeface="Quattrocento Sans"/>
                <a:sym typeface="Quattrocento Sans"/>
              </a:defRPr>
            </a:lvl5pPr>
            <a:lvl6pPr marR="0" lvl="5" algn="l" rtl="0">
              <a:spcBef>
                <a:spcPts val="300"/>
              </a:spcBef>
              <a:spcAft>
                <a:spcPts val="0"/>
              </a:spcAft>
              <a:buClr>
                <a:schemeClr val="dk1"/>
              </a:buClr>
              <a:buSzPts val="1500"/>
              <a:buFont typeface="Arial"/>
              <a:buNone/>
              <a:defRPr sz="1500" b="0" i="0" u="none" strike="noStrike" cap="none">
                <a:solidFill>
                  <a:schemeClr val="dk1"/>
                </a:solidFill>
                <a:latin typeface="Quattrocento Sans"/>
                <a:ea typeface="Quattrocento Sans"/>
                <a:cs typeface="Quattrocento Sans"/>
                <a:sym typeface="Quattrocento Sans"/>
              </a:defRPr>
            </a:lvl6pPr>
            <a:lvl7pPr marR="0" lvl="6" algn="l" rtl="0">
              <a:lnSpc>
                <a:spcPct val="100000"/>
              </a:lnSpc>
              <a:spcBef>
                <a:spcPts val="0"/>
              </a:spcBef>
              <a:spcAft>
                <a:spcPts val="0"/>
              </a:spcAft>
              <a:buClr>
                <a:schemeClr val="dk1"/>
              </a:buClr>
              <a:buSzPts val="900"/>
              <a:buFont typeface="Arial"/>
              <a:buNone/>
              <a:defRPr sz="900" b="0" i="0" u="none" strike="noStrike" cap="none">
                <a:solidFill>
                  <a:schemeClr val="dk1"/>
                </a:solidFill>
                <a:latin typeface="Quattrocento Sans"/>
                <a:ea typeface="Quattrocento Sans"/>
                <a:cs typeface="Quattrocento Sans"/>
                <a:sym typeface="Quattrocento Sans"/>
              </a:defRPr>
            </a:lvl7pPr>
            <a:lvl8pPr marR="0" lvl="7"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510" name="Google Shape;510;p78"/>
          <p:cNvSpPr>
            <a:spLocks noGrp="1"/>
          </p:cNvSpPr>
          <p:nvPr>
            <p:ph type="pic" idx="4"/>
          </p:nvPr>
        </p:nvSpPr>
        <p:spPr>
          <a:xfrm>
            <a:off x="6104560" y="1619164"/>
            <a:ext cx="2717400" cy="1905300"/>
          </a:xfrm>
          <a:prstGeom prst="rect">
            <a:avLst/>
          </a:prstGeom>
          <a:blipFill rotWithShape="1">
            <a:blip r:embed="rId4">
              <a:alphaModFix/>
            </a:blip>
            <a:stretch>
              <a:fillRect/>
            </a:stretch>
          </a:blipFill>
          <a:ln>
            <a:noFill/>
          </a:ln>
        </p:spPr>
        <p:txBody>
          <a:bodyPr spcFirstLastPara="1" wrap="square" lIns="0" tIns="67225" rIns="107575" bIns="67225" anchor="ctr" anchorCtr="0">
            <a:noAutofit/>
          </a:bodyPr>
          <a:lstStyle>
            <a:lvl1pPr marR="0" lvl="0" algn="ctr" rtl="0">
              <a:lnSpc>
                <a:spcPct val="100000"/>
              </a:lnSpc>
              <a:spcBef>
                <a:spcPts val="0"/>
              </a:spcBef>
              <a:spcAft>
                <a:spcPts val="0"/>
              </a:spcAft>
              <a:buClr>
                <a:schemeClr val="lt2"/>
              </a:buClr>
              <a:buSzPts val="1300"/>
              <a:buFont typeface="Noto Sans Symbols"/>
              <a:buNone/>
              <a:defRPr sz="1500" b="0" i="0" u="none" strike="noStrike" cap="none">
                <a:solidFill>
                  <a:schemeClr val="lt2"/>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chemeClr val="dk1"/>
              </a:buClr>
              <a:buSzPts val="1300"/>
              <a:buFont typeface="Noto Sans Symbols"/>
              <a:buNone/>
              <a:defRPr sz="1500" b="0" i="0" u="none" strike="noStrike" cap="none">
                <a:solidFill>
                  <a:schemeClr val="dk1"/>
                </a:solidFill>
                <a:latin typeface="Quattrocento Sans"/>
                <a:ea typeface="Quattrocento Sans"/>
                <a:cs typeface="Quattrocento Sans"/>
                <a:sym typeface="Quattrocento Sans"/>
              </a:defRPr>
            </a:lvl2pPr>
            <a:lvl3pPr marR="0" lvl="2" algn="l" rtl="0">
              <a:lnSpc>
                <a:spcPct val="100000"/>
              </a:lnSpc>
              <a:spcBef>
                <a:spcPts val="0"/>
              </a:spcBef>
              <a:spcAft>
                <a:spcPts val="0"/>
              </a:spcAft>
              <a:buClr>
                <a:schemeClr val="dk2"/>
              </a:buClr>
              <a:buSzPts val="1200"/>
              <a:buFont typeface="Noto Sans Symbols"/>
              <a:buNone/>
              <a:defRPr sz="1300" b="0" i="0" u="none" strike="noStrike" cap="none">
                <a:solidFill>
                  <a:schemeClr val="dk2"/>
                </a:solidFill>
                <a:latin typeface="Quattrocento Sans"/>
                <a:ea typeface="Quattrocento Sans"/>
                <a:cs typeface="Quattrocento Sans"/>
                <a:sym typeface="Quattrocento Sans"/>
              </a:defRPr>
            </a:lvl3pPr>
            <a:lvl4pPr marR="0" lvl="3" algn="l" rtl="0">
              <a:lnSpc>
                <a:spcPct val="100000"/>
              </a:lnSpc>
              <a:spcBef>
                <a:spcPts val="0"/>
              </a:spcBef>
              <a:spcAft>
                <a:spcPts val="0"/>
              </a:spcAft>
              <a:buClr>
                <a:schemeClr val="dk1"/>
              </a:buClr>
              <a:buSzPts val="1200"/>
              <a:buFont typeface="Noto Sans Symbols"/>
              <a:buNone/>
              <a:defRPr sz="1300" b="0" i="0" u="none" strike="noStrike" cap="none">
                <a:solidFill>
                  <a:schemeClr val="dk1"/>
                </a:solidFill>
                <a:latin typeface="Quattrocento Sans"/>
                <a:ea typeface="Quattrocento Sans"/>
                <a:cs typeface="Quattrocento Sans"/>
                <a:sym typeface="Quattrocento Sans"/>
              </a:defRPr>
            </a:lvl4pPr>
            <a:lvl5pPr marR="0" lvl="4" algn="l" rtl="0">
              <a:lnSpc>
                <a:spcPct val="100000"/>
              </a:lnSpc>
              <a:spcBef>
                <a:spcPts val="0"/>
              </a:spcBef>
              <a:spcAft>
                <a:spcPts val="0"/>
              </a:spcAft>
              <a:buClr>
                <a:schemeClr val="dk1"/>
              </a:buClr>
              <a:buSzPts val="800"/>
              <a:buFont typeface="Noto Sans Symbols"/>
              <a:buNone/>
              <a:defRPr sz="900" b="1" i="0" u="none" strike="noStrike" cap="none">
                <a:solidFill>
                  <a:schemeClr val="dk1"/>
                </a:solidFill>
                <a:latin typeface="Quattrocento Sans"/>
                <a:ea typeface="Quattrocento Sans"/>
                <a:cs typeface="Quattrocento Sans"/>
                <a:sym typeface="Quattrocento Sans"/>
              </a:defRPr>
            </a:lvl5pPr>
            <a:lvl6pPr marR="0" lvl="5" algn="l" rtl="0">
              <a:spcBef>
                <a:spcPts val="300"/>
              </a:spcBef>
              <a:spcAft>
                <a:spcPts val="0"/>
              </a:spcAft>
              <a:buClr>
                <a:schemeClr val="dk1"/>
              </a:buClr>
              <a:buSzPts val="1500"/>
              <a:buFont typeface="Arial"/>
              <a:buNone/>
              <a:defRPr sz="1500" b="0" i="0" u="none" strike="noStrike" cap="none">
                <a:solidFill>
                  <a:schemeClr val="dk1"/>
                </a:solidFill>
                <a:latin typeface="Quattrocento Sans"/>
                <a:ea typeface="Quattrocento Sans"/>
                <a:cs typeface="Quattrocento Sans"/>
                <a:sym typeface="Quattrocento Sans"/>
              </a:defRPr>
            </a:lvl6pPr>
            <a:lvl7pPr marR="0" lvl="6" algn="l" rtl="0">
              <a:lnSpc>
                <a:spcPct val="100000"/>
              </a:lnSpc>
              <a:spcBef>
                <a:spcPts val="0"/>
              </a:spcBef>
              <a:spcAft>
                <a:spcPts val="0"/>
              </a:spcAft>
              <a:buClr>
                <a:schemeClr val="dk1"/>
              </a:buClr>
              <a:buSzPts val="900"/>
              <a:buFont typeface="Arial"/>
              <a:buNone/>
              <a:defRPr sz="900" b="0" i="0" u="none" strike="noStrike" cap="none">
                <a:solidFill>
                  <a:schemeClr val="dk1"/>
                </a:solidFill>
                <a:latin typeface="Quattrocento Sans"/>
                <a:ea typeface="Quattrocento Sans"/>
                <a:cs typeface="Quattrocento Sans"/>
                <a:sym typeface="Quattrocento Sans"/>
              </a:defRPr>
            </a:lvl7pPr>
            <a:lvl8pPr marR="0" lvl="7"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511" name="Google Shape;511;p78"/>
          <p:cNvSpPr txBox="1">
            <a:spLocks noGrp="1"/>
          </p:cNvSpPr>
          <p:nvPr>
            <p:ph type="title"/>
          </p:nvPr>
        </p:nvSpPr>
        <p:spPr>
          <a:xfrm>
            <a:off x="341996" y="465321"/>
            <a:ext cx="8479800" cy="302400"/>
          </a:xfrm>
          <a:prstGeom prst="rect">
            <a:avLst/>
          </a:prstGeom>
          <a:noFill/>
          <a:ln>
            <a:noFill/>
          </a:ln>
        </p:spPr>
        <p:txBody>
          <a:bodyPr spcFirstLastPara="1" wrap="square" lIns="0" tIns="0" rIns="0" bIns="0" anchor="t" anchorCtr="0">
            <a:noAutofit/>
          </a:bodyPr>
          <a:lstStyle>
            <a:lvl1pPr lvl="0" algn="l" rtl="0">
              <a:lnSpc>
                <a:spcPct val="114285"/>
              </a:lnSpc>
              <a:spcBef>
                <a:spcPts val="0"/>
              </a:spcBef>
              <a:spcAft>
                <a:spcPts val="0"/>
              </a:spcAft>
              <a:buClr>
                <a:schemeClr val="dk1"/>
              </a:buClr>
              <a:buSzPts val="2100"/>
              <a:buFont typeface="Quattrocento Sans"/>
              <a:buNone/>
              <a:defRPr sz="2100">
                <a:solidFill>
                  <a:schemeClr val="dk1"/>
                </a:solidFill>
              </a:defRPr>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sp>
        <p:nvSpPr>
          <p:cNvPr id="512" name="Google Shape;512;p78"/>
          <p:cNvSpPr txBox="1">
            <a:spLocks noGrp="1"/>
          </p:cNvSpPr>
          <p:nvPr>
            <p:ph type="body" idx="1"/>
          </p:nvPr>
        </p:nvSpPr>
        <p:spPr>
          <a:xfrm>
            <a:off x="341996" y="3695941"/>
            <a:ext cx="2713800" cy="889500"/>
          </a:xfrm>
          <a:prstGeom prst="rect">
            <a:avLst/>
          </a:prstGeom>
          <a:noFill/>
          <a:ln>
            <a:noFill/>
          </a:ln>
        </p:spPr>
        <p:txBody>
          <a:bodyPr spcFirstLastPara="1" wrap="square" lIns="0" tIns="0" rIns="0" bIns="0" anchor="t" anchorCtr="0">
            <a:noAutofit/>
          </a:bodyPr>
          <a:lstStyle>
            <a:lvl1pPr marL="457200" marR="0" lvl="0" indent="-228600" algn="l" rtl="0">
              <a:lnSpc>
                <a:spcPct val="128571"/>
              </a:lnSpc>
              <a:spcBef>
                <a:spcPts val="700"/>
              </a:spcBef>
              <a:spcAft>
                <a:spcPts val="0"/>
              </a:spcAft>
              <a:buClr>
                <a:schemeClr val="dk2"/>
              </a:buClr>
              <a:buSzPts val="900"/>
              <a:buFont typeface="Noto Sans Symbols"/>
              <a:buNone/>
              <a:defRPr sz="1000" b="0">
                <a:solidFill>
                  <a:schemeClr val="dk2"/>
                </a:solidFill>
                <a:latin typeface="Quattrocento Sans"/>
                <a:ea typeface="Quattrocento Sans"/>
                <a:cs typeface="Quattrocento Sans"/>
                <a:sym typeface="Quattrocento Sans"/>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513" name="Google Shape;513;p78"/>
          <p:cNvSpPr txBox="1">
            <a:spLocks noGrp="1"/>
          </p:cNvSpPr>
          <p:nvPr>
            <p:ph type="body" idx="5"/>
          </p:nvPr>
        </p:nvSpPr>
        <p:spPr>
          <a:xfrm>
            <a:off x="3225029" y="3695941"/>
            <a:ext cx="2713800" cy="889500"/>
          </a:xfrm>
          <a:prstGeom prst="rect">
            <a:avLst/>
          </a:prstGeom>
          <a:noFill/>
          <a:ln>
            <a:noFill/>
          </a:ln>
        </p:spPr>
        <p:txBody>
          <a:bodyPr spcFirstLastPara="1" wrap="square" lIns="0" tIns="0" rIns="0" bIns="0" anchor="t" anchorCtr="0">
            <a:noAutofit/>
          </a:bodyPr>
          <a:lstStyle>
            <a:lvl1pPr marL="457200" marR="0" lvl="0" indent="-228600" algn="l" rtl="0">
              <a:lnSpc>
                <a:spcPct val="128571"/>
              </a:lnSpc>
              <a:spcBef>
                <a:spcPts val="700"/>
              </a:spcBef>
              <a:spcAft>
                <a:spcPts val="0"/>
              </a:spcAft>
              <a:buClr>
                <a:schemeClr val="dk2"/>
              </a:buClr>
              <a:buSzPts val="900"/>
              <a:buFont typeface="Noto Sans Symbols"/>
              <a:buNone/>
              <a:defRPr sz="1000">
                <a:solidFill>
                  <a:schemeClr val="dk2"/>
                </a:solidFill>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514" name="Google Shape;514;p78"/>
          <p:cNvSpPr txBox="1">
            <a:spLocks noGrp="1"/>
          </p:cNvSpPr>
          <p:nvPr>
            <p:ph type="body" idx="6"/>
          </p:nvPr>
        </p:nvSpPr>
        <p:spPr>
          <a:xfrm>
            <a:off x="6108062" y="3695941"/>
            <a:ext cx="2713800" cy="889500"/>
          </a:xfrm>
          <a:prstGeom prst="rect">
            <a:avLst/>
          </a:prstGeom>
          <a:noFill/>
          <a:ln>
            <a:noFill/>
          </a:ln>
        </p:spPr>
        <p:txBody>
          <a:bodyPr spcFirstLastPara="1" wrap="square" lIns="0" tIns="0" rIns="0" bIns="0" anchor="t" anchorCtr="0">
            <a:noAutofit/>
          </a:bodyPr>
          <a:lstStyle>
            <a:lvl1pPr marL="457200" marR="0" lvl="0" indent="-228600" algn="l" rtl="0">
              <a:lnSpc>
                <a:spcPct val="128571"/>
              </a:lnSpc>
              <a:spcBef>
                <a:spcPts val="700"/>
              </a:spcBef>
              <a:spcAft>
                <a:spcPts val="0"/>
              </a:spcAft>
              <a:buClr>
                <a:schemeClr val="dk2"/>
              </a:buClr>
              <a:buSzPts val="900"/>
              <a:buFont typeface="Noto Sans Symbols"/>
              <a:buNone/>
              <a:defRPr sz="1000">
                <a:solidFill>
                  <a:schemeClr val="dk2"/>
                </a:solidFill>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Device layout 1">
  <p:cSld name="Device layout 1">
    <p:spTree>
      <p:nvGrpSpPr>
        <p:cNvPr id="1" name="Shape 515"/>
        <p:cNvGrpSpPr/>
        <p:nvPr/>
      </p:nvGrpSpPr>
      <p:grpSpPr>
        <a:xfrm>
          <a:off x="0" y="0"/>
          <a:ext cx="0" cy="0"/>
          <a:chOff x="0" y="0"/>
          <a:chExt cx="0" cy="0"/>
        </a:xfrm>
      </p:grpSpPr>
      <p:pic>
        <p:nvPicPr>
          <p:cNvPr id="516" name="Google Shape;516;p79"/>
          <p:cNvPicPr preferRelativeResize="0"/>
          <p:nvPr/>
        </p:nvPicPr>
        <p:blipFill rotWithShape="1">
          <a:blip r:embed="rId2">
            <a:alphaModFix/>
          </a:blip>
          <a:srcRect/>
          <a:stretch/>
        </p:blipFill>
        <p:spPr>
          <a:xfrm>
            <a:off x="3333580" y="313612"/>
            <a:ext cx="5810423" cy="4829205"/>
          </a:xfrm>
          <a:prstGeom prst="rect">
            <a:avLst/>
          </a:prstGeom>
          <a:noFill/>
          <a:ln>
            <a:noFill/>
          </a:ln>
        </p:spPr>
      </p:pic>
      <p:sp>
        <p:nvSpPr>
          <p:cNvPr id="517" name="Google Shape;517;p79"/>
          <p:cNvSpPr txBox="1">
            <a:spLocks noGrp="1"/>
          </p:cNvSpPr>
          <p:nvPr>
            <p:ph type="title"/>
          </p:nvPr>
        </p:nvSpPr>
        <p:spPr>
          <a:xfrm>
            <a:off x="341996" y="465321"/>
            <a:ext cx="8479800" cy="302400"/>
          </a:xfrm>
          <a:prstGeom prst="rect">
            <a:avLst/>
          </a:prstGeom>
          <a:noFill/>
          <a:ln>
            <a:noFill/>
          </a:ln>
        </p:spPr>
        <p:txBody>
          <a:bodyPr spcFirstLastPara="1" wrap="square" lIns="0" tIns="0" rIns="0" bIns="0" anchor="t" anchorCtr="0">
            <a:noAutofit/>
          </a:bodyPr>
          <a:lstStyle>
            <a:lvl1pPr lvl="0" algn="l" rtl="0">
              <a:lnSpc>
                <a:spcPct val="114285"/>
              </a:lnSpc>
              <a:spcBef>
                <a:spcPts val="0"/>
              </a:spcBef>
              <a:spcAft>
                <a:spcPts val="0"/>
              </a:spcAft>
              <a:buClr>
                <a:schemeClr val="dk1"/>
              </a:buClr>
              <a:buSzPts val="2100"/>
              <a:buFont typeface="Quattrocento Sans"/>
              <a:buNone/>
              <a:defRPr sz="2100">
                <a:solidFill>
                  <a:schemeClr val="dk1"/>
                </a:solidFill>
              </a:defRPr>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sp>
        <p:nvSpPr>
          <p:cNvPr id="518" name="Google Shape;518;p79"/>
          <p:cNvSpPr txBox="1">
            <a:spLocks noGrp="1"/>
          </p:cNvSpPr>
          <p:nvPr>
            <p:ph type="body" idx="1"/>
          </p:nvPr>
        </p:nvSpPr>
        <p:spPr>
          <a:xfrm>
            <a:off x="341996" y="1442101"/>
            <a:ext cx="3568800" cy="452700"/>
          </a:xfrm>
          <a:prstGeom prst="rect">
            <a:avLst/>
          </a:prstGeom>
          <a:noFill/>
          <a:ln>
            <a:noFill/>
          </a:ln>
        </p:spPr>
        <p:txBody>
          <a:bodyPr spcFirstLastPara="1" wrap="square" lIns="0" tIns="0" rIns="0" bIns="0" anchor="t" anchorCtr="0">
            <a:noAutofit/>
          </a:bodyPr>
          <a:lstStyle>
            <a:lvl1pPr marL="457200" lvl="0" indent="-228600" algn="l" rtl="0">
              <a:lnSpc>
                <a:spcPct val="120000"/>
              </a:lnSpc>
              <a:spcBef>
                <a:spcPts val="0"/>
              </a:spcBef>
              <a:spcAft>
                <a:spcPts val="0"/>
              </a:spcAft>
              <a:buClr>
                <a:schemeClr val="dk1"/>
              </a:buClr>
              <a:buSzPts val="1300"/>
              <a:buNone/>
              <a:defRPr sz="1500" b="0" i="0">
                <a:solidFill>
                  <a:schemeClr val="dk1"/>
                </a:solidFill>
                <a:latin typeface="Quattrocento Sans"/>
                <a:ea typeface="Quattrocento Sans"/>
                <a:cs typeface="Quattrocento Sans"/>
                <a:sym typeface="Quattrocento Sans"/>
              </a:defRPr>
            </a:lvl1pPr>
            <a:lvl2pPr marL="914400" lvl="1" indent="-228600" algn="l" rtl="0">
              <a:lnSpc>
                <a:spcPct val="100000"/>
              </a:lnSpc>
              <a:spcBef>
                <a:spcPts val="0"/>
              </a:spcBef>
              <a:spcAft>
                <a:spcPts val="0"/>
              </a:spcAft>
              <a:buClr>
                <a:schemeClr val="dk1"/>
              </a:buClr>
              <a:buSzPts val="13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519" name="Google Shape;519;p79"/>
          <p:cNvSpPr txBox="1">
            <a:spLocks noGrp="1"/>
          </p:cNvSpPr>
          <p:nvPr>
            <p:ph type="body" idx="2"/>
          </p:nvPr>
        </p:nvSpPr>
        <p:spPr>
          <a:xfrm>
            <a:off x="341997" y="2030698"/>
            <a:ext cx="3568800" cy="1854600"/>
          </a:xfrm>
          <a:prstGeom prst="rect">
            <a:avLst/>
          </a:prstGeom>
          <a:noFill/>
          <a:ln>
            <a:noFill/>
          </a:ln>
        </p:spPr>
        <p:txBody>
          <a:bodyPr spcFirstLastPara="1" wrap="square" lIns="0" tIns="0" rIns="0" bIns="0" anchor="t" anchorCtr="0">
            <a:noAutofit/>
          </a:bodyPr>
          <a:lstStyle>
            <a:lvl1pPr marL="457200" lvl="0" indent="-285750" algn="l" rtl="0">
              <a:lnSpc>
                <a:spcPct val="128571"/>
              </a:lnSpc>
              <a:spcBef>
                <a:spcPts val="0"/>
              </a:spcBef>
              <a:spcAft>
                <a:spcPts val="0"/>
              </a:spcAft>
              <a:buClr>
                <a:schemeClr val="dk1"/>
              </a:buClr>
              <a:buSzPts val="900"/>
              <a:buFont typeface="Arial"/>
              <a:buChar char="•"/>
              <a:defRPr sz="1000" b="0" i="0">
                <a:solidFill>
                  <a:schemeClr val="dk1"/>
                </a:solidFill>
                <a:latin typeface="Quattrocento Sans"/>
                <a:ea typeface="Quattrocento Sans"/>
                <a:cs typeface="Quattrocento Sans"/>
                <a:sym typeface="Quattrocento Sans"/>
              </a:defRPr>
            </a:lvl1pPr>
            <a:lvl2pPr marL="914400" lvl="1" indent="-228600" algn="l" rtl="0">
              <a:lnSpc>
                <a:spcPct val="128571"/>
              </a:lnSpc>
              <a:spcBef>
                <a:spcPts val="0"/>
              </a:spcBef>
              <a:spcAft>
                <a:spcPts val="0"/>
              </a:spcAft>
              <a:buClr>
                <a:schemeClr val="dk1"/>
              </a:buClr>
              <a:buSzPts val="900"/>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520" name="Google Shape;520;p79"/>
          <p:cNvSpPr>
            <a:spLocks noGrp="1"/>
          </p:cNvSpPr>
          <p:nvPr>
            <p:ph type="pic" idx="3"/>
          </p:nvPr>
        </p:nvSpPr>
        <p:spPr>
          <a:xfrm>
            <a:off x="4768469" y="1148707"/>
            <a:ext cx="4375500" cy="3244200"/>
          </a:xfrm>
          <a:prstGeom prst="rect">
            <a:avLst/>
          </a:prstGeom>
          <a:noFill/>
          <a:ln>
            <a:noFill/>
          </a:ln>
        </p:spPr>
        <p:txBody>
          <a:bodyPr spcFirstLastPara="1" wrap="square" lIns="0" tIns="67225" rIns="107575" bIns="67225" anchor="ctr" anchorCtr="0">
            <a:noAutofit/>
          </a:bodyPr>
          <a:lstStyle>
            <a:lvl1pPr marR="0" lvl="0" algn="ctr" rtl="0">
              <a:lnSpc>
                <a:spcPct val="100000"/>
              </a:lnSpc>
              <a:spcBef>
                <a:spcPts val="0"/>
              </a:spcBef>
              <a:spcAft>
                <a:spcPts val="0"/>
              </a:spcAft>
              <a:buClr>
                <a:schemeClr val="dk1"/>
              </a:buClr>
              <a:buSzPts val="1600"/>
              <a:buFont typeface="Noto Sans Symbols"/>
              <a:buNone/>
              <a:defRPr sz="1800" b="0" i="0" u="none" strike="noStrike" cap="none">
                <a:solidFill>
                  <a:schemeClr val="dk1"/>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chemeClr val="dk1"/>
              </a:buClr>
              <a:buSzPts val="1300"/>
              <a:buFont typeface="Noto Sans Symbols"/>
              <a:buNone/>
              <a:defRPr sz="1500" b="0" i="0" u="none" strike="noStrike" cap="none">
                <a:solidFill>
                  <a:schemeClr val="dk1"/>
                </a:solidFill>
                <a:latin typeface="Quattrocento Sans"/>
                <a:ea typeface="Quattrocento Sans"/>
                <a:cs typeface="Quattrocento Sans"/>
                <a:sym typeface="Quattrocento Sans"/>
              </a:defRPr>
            </a:lvl2pPr>
            <a:lvl3pPr marR="0" lvl="2" algn="l" rtl="0">
              <a:lnSpc>
                <a:spcPct val="100000"/>
              </a:lnSpc>
              <a:spcBef>
                <a:spcPts val="0"/>
              </a:spcBef>
              <a:spcAft>
                <a:spcPts val="0"/>
              </a:spcAft>
              <a:buClr>
                <a:schemeClr val="dk2"/>
              </a:buClr>
              <a:buSzPts val="1200"/>
              <a:buFont typeface="Noto Sans Symbols"/>
              <a:buNone/>
              <a:defRPr sz="1300" b="0" i="0" u="none" strike="noStrike" cap="none">
                <a:solidFill>
                  <a:schemeClr val="dk2"/>
                </a:solidFill>
                <a:latin typeface="Quattrocento Sans"/>
                <a:ea typeface="Quattrocento Sans"/>
                <a:cs typeface="Quattrocento Sans"/>
                <a:sym typeface="Quattrocento Sans"/>
              </a:defRPr>
            </a:lvl3pPr>
            <a:lvl4pPr marR="0" lvl="3" algn="l" rtl="0">
              <a:lnSpc>
                <a:spcPct val="100000"/>
              </a:lnSpc>
              <a:spcBef>
                <a:spcPts val="0"/>
              </a:spcBef>
              <a:spcAft>
                <a:spcPts val="0"/>
              </a:spcAft>
              <a:buClr>
                <a:schemeClr val="dk1"/>
              </a:buClr>
              <a:buSzPts val="1200"/>
              <a:buFont typeface="Noto Sans Symbols"/>
              <a:buNone/>
              <a:defRPr sz="1300" b="0" i="0" u="none" strike="noStrike" cap="none">
                <a:solidFill>
                  <a:schemeClr val="dk1"/>
                </a:solidFill>
                <a:latin typeface="Quattrocento Sans"/>
                <a:ea typeface="Quattrocento Sans"/>
                <a:cs typeface="Quattrocento Sans"/>
                <a:sym typeface="Quattrocento Sans"/>
              </a:defRPr>
            </a:lvl4pPr>
            <a:lvl5pPr marR="0" lvl="4" algn="l" rtl="0">
              <a:lnSpc>
                <a:spcPct val="100000"/>
              </a:lnSpc>
              <a:spcBef>
                <a:spcPts val="0"/>
              </a:spcBef>
              <a:spcAft>
                <a:spcPts val="0"/>
              </a:spcAft>
              <a:buClr>
                <a:schemeClr val="dk1"/>
              </a:buClr>
              <a:buSzPts val="800"/>
              <a:buFont typeface="Noto Sans Symbols"/>
              <a:buNone/>
              <a:defRPr sz="900" b="1" i="0" u="none" strike="noStrike" cap="none">
                <a:solidFill>
                  <a:schemeClr val="dk1"/>
                </a:solidFill>
                <a:latin typeface="Quattrocento Sans"/>
                <a:ea typeface="Quattrocento Sans"/>
                <a:cs typeface="Quattrocento Sans"/>
                <a:sym typeface="Quattrocento Sans"/>
              </a:defRPr>
            </a:lvl5pPr>
            <a:lvl6pPr marR="0" lvl="5" algn="l" rtl="0">
              <a:spcBef>
                <a:spcPts val="300"/>
              </a:spcBef>
              <a:spcAft>
                <a:spcPts val="0"/>
              </a:spcAft>
              <a:buClr>
                <a:schemeClr val="dk1"/>
              </a:buClr>
              <a:buSzPts val="1500"/>
              <a:buFont typeface="Arial"/>
              <a:buNone/>
              <a:defRPr sz="1500" b="0" i="0" u="none" strike="noStrike" cap="none">
                <a:solidFill>
                  <a:schemeClr val="dk1"/>
                </a:solidFill>
                <a:latin typeface="Quattrocento Sans"/>
                <a:ea typeface="Quattrocento Sans"/>
                <a:cs typeface="Quattrocento Sans"/>
                <a:sym typeface="Quattrocento Sans"/>
              </a:defRPr>
            </a:lvl6pPr>
            <a:lvl7pPr marR="0" lvl="6" algn="l" rtl="0">
              <a:lnSpc>
                <a:spcPct val="100000"/>
              </a:lnSpc>
              <a:spcBef>
                <a:spcPts val="0"/>
              </a:spcBef>
              <a:spcAft>
                <a:spcPts val="0"/>
              </a:spcAft>
              <a:buClr>
                <a:schemeClr val="dk1"/>
              </a:buClr>
              <a:buSzPts val="900"/>
              <a:buFont typeface="Arial"/>
              <a:buNone/>
              <a:defRPr sz="900" b="0" i="0" u="none" strike="noStrike" cap="none">
                <a:solidFill>
                  <a:schemeClr val="dk1"/>
                </a:solidFill>
                <a:latin typeface="Quattrocento Sans"/>
                <a:ea typeface="Quattrocento Sans"/>
                <a:cs typeface="Quattrocento Sans"/>
                <a:sym typeface="Quattrocento Sans"/>
              </a:defRPr>
            </a:lvl7pPr>
            <a:lvl8pPr marR="0" lvl="7"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9pPr>
          </a:lstStyle>
          <a:p>
            <a:endParaRPr/>
          </a:p>
        </p:txBody>
      </p:sp>
    </p:spTree>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Device layout 2">
  <p:cSld name="Device layout 2">
    <p:spTree>
      <p:nvGrpSpPr>
        <p:cNvPr id="1" name="Shape 521"/>
        <p:cNvGrpSpPr/>
        <p:nvPr/>
      </p:nvGrpSpPr>
      <p:grpSpPr>
        <a:xfrm>
          <a:off x="0" y="0"/>
          <a:ext cx="0" cy="0"/>
          <a:chOff x="0" y="0"/>
          <a:chExt cx="0" cy="0"/>
        </a:xfrm>
      </p:grpSpPr>
      <p:pic>
        <p:nvPicPr>
          <p:cNvPr id="522" name="Google Shape;522;p80"/>
          <p:cNvPicPr preferRelativeResize="0"/>
          <p:nvPr/>
        </p:nvPicPr>
        <p:blipFill rotWithShape="1">
          <a:blip r:embed="rId2">
            <a:alphaModFix/>
          </a:blip>
          <a:srcRect/>
          <a:stretch/>
        </p:blipFill>
        <p:spPr>
          <a:xfrm>
            <a:off x="3333580" y="313612"/>
            <a:ext cx="5810423" cy="4829205"/>
          </a:xfrm>
          <a:prstGeom prst="rect">
            <a:avLst/>
          </a:prstGeom>
          <a:noFill/>
          <a:ln>
            <a:noFill/>
          </a:ln>
        </p:spPr>
      </p:pic>
      <p:sp>
        <p:nvSpPr>
          <p:cNvPr id="523" name="Google Shape;523;p80"/>
          <p:cNvSpPr>
            <a:spLocks noGrp="1"/>
          </p:cNvSpPr>
          <p:nvPr>
            <p:ph type="pic" idx="2"/>
          </p:nvPr>
        </p:nvSpPr>
        <p:spPr>
          <a:xfrm>
            <a:off x="4768469" y="1148707"/>
            <a:ext cx="4375500" cy="3244200"/>
          </a:xfrm>
          <a:prstGeom prst="rect">
            <a:avLst/>
          </a:prstGeom>
          <a:noFill/>
          <a:ln>
            <a:noFill/>
          </a:ln>
        </p:spPr>
        <p:txBody>
          <a:bodyPr spcFirstLastPara="1" wrap="square" lIns="0" tIns="67225" rIns="107575" bIns="67225" anchor="ctr" anchorCtr="0">
            <a:noAutofit/>
          </a:bodyPr>
          <a:lstStyle>
            <a:lvl1pPr marR="0" lvl="0" algn="ctr" rtl="0">
              <a:lnSpc>
                <a:spcPct val="100000"/>
              </a:lnSpc>
              <a:spcBef>
                <a:spcPts val="0"/>
              </a:spcBef>
              <a:spcAft>
                <a:spcPts val="0"/>
              </a:spcAft>
              <a:buClr>
                <a:schemeClr val="dk1"/>
              </a:buClr>
              <a:buSzPts val="1600"/>
              <a:buFont typeface="Noto Sans Symbols"/>
              <a:buNone/>
              <a:defRPr sz="1800" b="0" i="0" u="none" strike="noStrike" cap="none">
                <a:solidFill>
                  <a:schemeClr val="dk1"/>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chemeClr val="dk1"/>
              </a:buClr>
              <a:buSzPts val="1300"/>
              <a:buFont typeface="Noto Sans Symbols"/>
              <a:buNone/>
              <a:defRPr sz="1500" b="0" i="0" u="none" strike="noStrike" cap="none">
                <a:solidFill>
                  <a:schemeClr val="dk1"/>
                </a:solidFill>
                <a:latin typeface="Quattrocento Sans"/>
                <a:ea typeface="Quattrocento Sans"/>
                <a:cs typeface="Quattrocento Sans"/>
                <a:sym typeface="Quattrocento Sans"/>
              </a:defRPr>
            </a:lvl2pPr>
            <a:lvl3pPr marR="0" lvl="2" algn="l" rtl="0">
              <a:lnSpc>
                <a:spcPct val="100000"/>
              </a:lnSpc>
              <a:spcBef>
                <a:spcPts val="0"/>
              </a:spcBef>
              <a:spcAft>
                <a:spcPts val="0"/>
              </a:spcAft>
              <a:buClr>
                <a:schemeClr val="dk2"/>
              </a:buClr>
              <a:buSzPts val="1200"/>
              <a:buFont typeface="Noto Sans Symbols"/>
              <a:buNone/>
              <a:defRPr sz="1300" b="0" i="0" u="none" strike="noStrike" cap="none">
                <a:solidFill>
                  <a:schemeClr val="dk2"/>
                </a:solidFill>
                <a:latin typeface="Quattrocento Sans"/>
                <a:ea typeface="Quattrocento Sans"/>
                <a:cs typeface="Quattrocento Sans"/>
                <a:sym typeface="Quattrocento Sans"/>
              </a:defRPr>
            </a:lvl3pPr>
            <a:lvl4pPr marR="0" lvl="3" algn="l" rtl="0">
              <a:lnSpc>
                <a:spcPct val="100000"/>
              </a:lnSpc>
              <a:spcBef>
                <a:spcPts val="0"/>
              </a:spcBef>
              <a:spcAft>
                <a:spcPts val="0"/>
              </a:spcAft>
              <a:buClr>
                <a:schemeClr val="dk1"/>
              </a:buClr>
              <a:buSzPts val="1200"/>
              <a:buFont typeface="Noto Sans Symbols"/>
              <a:buNone/>
              <a:defRPr sz="1300" b="0" i="0" u="none" strike="noStrike" cap="none">
                <a:solidFill>
                  <a:schemeClr val="dk1"/>
                </a:solidFill>
                <a:latin typeface="Quattrocento Sans"/>
                <a:ea typeface="Quattrocento Sans"/>
                <a:cs typeface="Quattrocento Sans"/>
                <a:sym typeface="Quattrocento Sans"/>
              </a:defRPr>
            </a:lvl4pPr>
            <a:lvl5pPr marR="0" lvl="4" algn="l" rtl="0">
              <a:lnSpc>
                <a:spcPct val="100000"/>
              </a:lnSpc>
              <a:spcBef>
                <a:spcPts val="0"/>
              </a:spcBef>
              <a:spcAft>
                <a:spcPts val="0"/>
              </a:spcAft>
              <a:buClr>
                <a:schemeClr val="dk1"/>
              </a:buClr>
              <a:buSzPts val="800"/>
              <a:buFont typeface="Noto Sans Symbols"/>
              <a:buNone/>
              <a:defRPr sz="900" b="1" i="0" u="none" strike="noStrike" cap="none">
                <a:solidFill>
                  <a:schemeClr val="dk1"/>
                </a:solidFill>
                <a:latin typeface="Quattrocento Sans"/>
                <a:ea typeface="Quattrocento Sans"/>
                <a:cs typeface="Quattrocento Sans"/>
                <a:sym typeface="Quattrocento Sans"/>
              </a:defRPr>
            </a:lvl5pPr>
            <a:lvl6pPr marR="0" lvl="5" algn="l" rtl="0">
              <a:spcBef>
                <a:spcPts val="300"/>
              </a:spcBef>
              <a:spcAft>
                <a:spcPts val="0"/>
              </a:spcAft>
              <a:buClr>
                <a:schemeClr val="dk1"/>
              </a:buClr>
              <a:buSzPts val="1500"/>
              <a:buFont typeface="Arial"/>
              <a:buNone/>
              <a:defRPr sz="1500" b="0" i="0" u="none" strike="noStrike" cap="none">
                <a:solidFill>
                  <a:schemeClr val="dk1"/>
                </a:solidFill>
                <a:latin typeface="Quattrocento Sans"/>
                <a:ea typeface="Quattrocento Sans"/>
                <a:cs typeface="Quattrocento Sans"/>
                <a:sym typeface="Quattrocento Sans"/>
              </a:defRPr>
            </a:lvl6pPr>
            <a:lvl7pPr marR="0" lvl="6" algn="l" rtl="0">
              <a:lnSpc>
                <a:spcPct val="100000"/>
              </a:lnSpc>
              <a:spcBef>
                <a:spcPts val="0"/>
              </a:spcBef>
              <a:spcAft>
                <a:spcPts val="0"/>
              </a:spcAft>
              <a:buClr>
                <a:schemeClr val="dk1"/>
              </a:buClr>
              <a:buSzPts val="900"/>
              <a:buFont typeface="Arial"/>
              <a:buNone/>
              <a:defRPr sz="900" b="0" i="0" u="none" strike="noStrike" cap="none">
                <a:solidFill>
                  <a:schemeClr val="dk1"/>
                </a:solidFill>
                <a:latin typeface="Quattrocento Sans"/>
                <a:ea typeface="Quattrocento Sans"/>
                <a:cs typeface="Quattrocento Sans"/>
                <a:sym typeface="Quattrocento Sans"/>
              </a:defRPr>
            </a:lvl7pPr>
            <a:lvl8pPr marR="0" lvl="7"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524" name="Google Shape;524;p80"/>
          <p:cNvSpPr txBox="1">
            <a:spLocks noGrp="1"/>
          </p:cNvSpPr>
          <p:nvPr>
            <p:ph type="body" idx="1"/>
          </p:nvPr>
        </p:nvSpPr>
        <p:spPr>
          <a:xfrm>
            <a:off x="343254" y="1500554"/>
            <a:ext cx="1269900" cy="2241300"/>
          </a:xfrm>
          <a:prstGeom prst="rect">
            <a:avLst/>
          </a:prstGeom>
          <a:noFill/>
          <a:ln>
            <a:noFill/>
          </a:ln>
        </p:spPr>
        <p:txBody>
          <a:bodyPr spcFirstLastPara="1" wrap="square" lIns="0" tIns="0" rIns="0" bIns="0" anchor="t" anchorCtr="0">
            <a:noAutofit/>
          </a:bodyPr>
          <a:lstStyle>
            <a:lvl1pPr marL="457200" lvl="0" indent="-228600" algn="l" rtl="0">
              <a:lnSpc>
                <a:spcPct val="128571"/>
              </a:lnSpc>
              <a:spcBef>
                <a:spcPts val="700"/>
              </a:spcBef>
              <a:spcAft>
                <a:spcPts val="0"/>
              </a:spcAft>
              <a:buClr>
                <a:schemeClr val="dk2"/>
              </a:buClr>
              <a:buSzPts val="900"/>
              <a:buNone/>
              <a:defRPr sz="1000" b="0">
                <a:solidFill>
                  <a:schemeClr val="dk2"/>
                </a:solidFill>
                <a:latin typeface="Quattrocento Sans"/>
                <a:ea typeface="Quattrocento Sans"/>
                <a:cs typeface="Quattrocento Sans"/>
                <a:sym typeface="Quattrocento Sans"/>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525" name="Google Shape;525;p80"/>
          <p:cNvSpPr txBox="1">
            <a:spLocks noGrp="1"/>
          </p:cNvSpPr>
          <p:nvPr>
            <p:ph type="body" idx="3"/>
          </p:nvPr>
        </p:nvSpPr>
        <p:spPr>
          <a:xfrm>
            <a:off x="1789348" y="1500554"/>
            <a:ext cx="1269900" cy="2241300"/>
          </a:xfrm>
          <a:prstGeom prst="rect">
            <a:avLst/>
          </a:prstGeom>
          <a:noFill/>
          <a:ln>
            <a:noFill/>
          </a:ln>
        </p:spPr>
        <p:txBody>
          <a:bodyPr spcFirstLastPara="1" wrap="square" lIns="0" tIns="0" rIns="0" bIns="0" anchor="t" anchorCtr="0">
            <a:noAutofit/>
          </a:bodyPr>
          <a:lstStyle>
            <a:lvl1pPr marL="457200" lvl="0" indent="-228600" algn="l" rtl="0">
              <a:lnSpc>
                <a:spcPct val="128571"/>
              </a:lnSpc>
              <a:spcBef>
                <a:spcPts val="700"/>
              </a:spcBef>
              <a:spcAft>
                <a:spcPts val="0"/>
              </a:spcAft>
              <a:buClr>
                <a:schemeClr val="dk2"/>
              </a:buClr>
              <a:buSzPts val="900"/>
              <a:buNone/>
              <a:defRPr sz="1000" b="0">
                <a:solidFill>
                  <a:schemeClr val="dk2"/>
                </a:solidFill>
                <a:latin typeface="Quattrocento Sans"/>
                <a:ea typeface="Quattrocento Sans"/>
                <a:cs typeface="Quattrocento Sans"/>
                <a:sym typeface="Quattrocento Sans"/>
              </a:defRPr>
            </a:lvl1pPr>
            <a:lvl2pPr marL="914400" marR="0" lvl="1" indent="-228600" algn="l" rtl="0">
              <a:lnSpc>
                <a:spcPct val="128571"/>
              </a:lnSpc>
              <a:spcBef>
                <a:spcPts val="300"/>
              </a:spcBef>
              <a:spcAft>
                <a:spcPts val="0"/>
              </a:spcAft>
              <a:buClr>
                <a:schemeClr val="dk1"/>
              </a:buClr>
              <a:buSzPts val="900"/>
              <a:buFont typeface="Arial"/>
              <a:buNone/>
              <a:defRPr sz="10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526" name="Google Shape;526;p80"/>
          <p:cNvSpPr txBox="1">
            <a:spLocks noGrp="1"/>
          </p:cNvSpPr>
          <p:nvPr>
            <p:ph type="title"/>
          </p:nvPr>
        </p:nvSpPr>
        <p:spPr>
          <a:xfrm>
            <a:off x="341996" y="465321"/>
            <a:ext cx="8479800" cy="302400"/>
          </a:xfrm>
          <a:prstGeom prst="rect">
            <a:avLst/>
          </a:prstGeom>
          <a:noFill/>
          <a:ln>
            <a:noFill/>
          </a:ln>
        </p:spPr>
        <p:txBody>
          <a:bodyPr spcFirstLastPara="1" wrap="square" lIns="0" tIns="0" rIns="0" bIns="0" anchor="t" anchorCtr="0">
            <a:noAutofit/>
          </a:bodyPr>
          <a:lstStyle>
            <a:lvl1pPr lvl="0" algn="l" rtl="0">
              <a:lnSpc>
                <a:spcPct val="114285"/>
              </a:lnSpc>
              <a:spcBef>
                <a:spcPts val="0"/>
              </a:spcBef>
              <a:spcAft>
                <a:spcPts val="0"/>
              </a:spcAft>
              <a:buClr>
                <a:schemeClr val="dk1"/>
              </a:buClr>
              <a:buSzPts val="2100"/>
              <a:buFont typeface="Quattrocento Sans"/>
              <a:buNone/>
              <a:defRPr sz="2100">
                <a:solidFill>
                  <a:schemeClr val="dk1"/>
                </a:solidFill>
              </a:defRPr>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spTree>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Device layout 3">
  <p:cSld name="Device layout 3">
    <p:spTree>
      <p:nvGrpSpPr>
        <p:cNvPr id="1" name="Shape 527"/>
        <p:cNvGrpSpPr/>
        <p:nvPr/>
      </p:nvGrpSpPr>
      <p:grpSpPr>
        <a:xfrm>
          <a:off x="0" y="0"/>
          <a:ext cx="0" cy="0"/>
          <a:chOff x="0" y="0"/>
          <a:chExt cx="0" cy="0"/>
        </a:xfrm>
      </p:grpSpPr>
      <p:pic>
        <p:nvPicPr>
          <p:cNvPr id="528" name="Google Shape;528;p81"/>
          <p:cNvPicPr preferRelativeResize="0"/>
          <p:nvPr/>
        </p:nvPicPr>
        <p:blipFill rotWithShape="1">
          <a:blip r:embed="rId2">
            <a:alphaModFix/>
          </a:blip>
          <a:srcRect/>
          <a:stretch/>
        </p:blipFill>
        <p:spPr>
          <a:xfrm>
            <a:off x="288186" y="365210"/>
            <a:ext cx="8152446" cy="4777612"/>
          </a:xfrm>
          <a:prstGeom prst="rect">
            <a:avLst/>
          </a:prstGeom>
          <a:noFill/>
          <a:ln>
            <a:noFill/>
          </a:ln>
        </p:spPr>
      </p:pic>
      <p:sp>
        <p:nvSpPr>
          <p:cNvPr id="529" name="Google Shape;529;p81"/>
          <p:cNvSpPr txBox="1">
            <a:spLocks noGrp="1"/>
          </p:cNvSpPr>
          <p:nvPr>
            <p:ph type="title"/>
          </p:nvPr>
        </p:nvSpPr>
        <p:spPr>
          <a:xfrm>
            <a:off x="341996" y="465321"/>
            <a:ext cx="8479800" cy="302400"/>
          </a:xfrm>
          <a:prstGeom prst="rect">
            <a:avLst/>
          </a:prstGeom>
          <a:noFill/>
          <a:ln>
            <a:noFill/>
          </a:ln>
        </p:spPr>
        <p:txBody>
          <a:bodyPr spcFirstLastPara="1" wrap="square" lIns="0" tIns="0" rIns="0" bIns="0" anchor="t" anchorCtr="0">
            <a:noAutofit/>
          </a:bodyPr>
          <a:lstStyle>
            <a:lvl1pPr lvl="0" algn="l" rtl="0">
              <a:lnSpc>
                <a:spcPct val="114285"/>
              </a:lnSpc>
              <a:spcBef>
                <a:spcPts val="0"/>
              </a:spcBef>
              <a:spcAft>
                <a:spcPts val="0"/>
              </a:spcAft>
              <a:buClr>
                <a:schemeClr val="dk1"/>
              </a:buClr>
              <a:buSzPts val="2100"/>
              <a:buFont typeface="Quattrocento Sans"/>
              <a:buNone/>
              <a:defRPr sz="2100">
                <a:solidFill>
                  <a:schemeClr val="dk1"/>
                </a:solidFill>
              </a:defRPr>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sp>
        <p:nvSpPr>
          <p:cNvPr id="530" name="Google Shape;530;p81"/>
          <p:cNvSpPr>
            <a:spLocks noGrp="1"/>
          </p:cNvSpPr>
          <p:nvPr>
            <p:ph type="pic" idx="2"/>
          </p:nvPr>
        </p:nvSpPr>
        <p:spPr>
          <a:xfrm>
            <a:off x="1720482" y="1201475"/>
            <a:ext cx="5759100" cy="3239400"/>
          </a:xfrm>
          <a:prstGeom prst="rect">
            <a:avLst/>
          </a:prstGeom>
          <a:noFill/>
          <a:ln>
            <a:noFill/>
          </a:ln>
        </p:spPr>
        <p:txBody>
          <a:bodyPr spcFirstLastPara="1" wrap="square" lIns="0" tIns="67225" rIns="107575" bIns="67225" anchor="ctr" anchorCtr="0">
            <a:noAutofit/>
          </a:bodyPr>
          <a:lstStyle>
            <a:lvl1pPr marR="0" lvl="0" algn="ctr" rtl="0">
              <a:lnSpc>
                <a:spcPct val="100000"/>
              </a:lnSpc>
              <a:spcBef>
                <a:spcPts val="0"/>
              </a:spcBef>
              <a:spcAft>
                <a:spcPts val="0"/>
              </a:spcAft>
              <a:buClr>
                <a:schemeClr val="dk1"/>
              </a:buClr>
              <a:buSzPts val="1600"/>
              <a:buFont typeface="Noto Sans Symbols"/>
              <a:buNone/>
              <a:defRPr sz="1800" b="0" i="0" u="none" strike="noStrike" cap="none">
                <a:solidFill>
                  <a:schemeClr val="dk1"/>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chemeClr val="dk1"/>
              </a:buClr>
              <a:buSzPts val="1300"/>
              <a:buFont typeface="Noto Sans Symbols"/>
              <a:buNone/>
              <a:defRPr sz="1500" b="0" i="0" u="none" strike="noStrike" cap="none">
                <a:solidFill>
                  <a:schemeClr val="dk1"/>
                </a:solidFill>
                <a:latin typeface="Quattrocento Sans"/>
                <a:ea typeface="Quattrocento Sans"/>
                <a:cs typeface="Quattrocento Sans"/>
                <a:sym typeface="Quattrocento Sans"/>
              </a:defRPr>
            </a:lvl2pPr>
            <a:lvl3pPr marR="0" lvl="2" algn="l" rtl="0">
              <a:lnSpc>
                <a:spcPct val="100000"/>
              </a:lnSpc>
              <a:spcBef>
                <a:spcPts val="0"/>
              </a:spcBef>
              <a:spcAft>
                <a:spcPts val="0"/>
              </a:spcAft>
              <a:buClr>
                <a:schemeClr val="dk2"/>
              </a:buClr>
              <a:buSzPts val="1200"/>
              <a:buFont typeface="Noto Sans Symbols"/>
              <a:buNone/>
              <a:defRPr sz="1300" b="0" i="0" u="none" strike="noStrike" cap="none">
                <a:solidFill>
                  <a:schemeClr val="dk2"/>
                </a:solidFill>
                <a:latin typeface="Quattrocento Sans"/>
                <a:ea typeface="Quattrocento Sans"/>
                <a:cs typeface="Quattrocento Sans"/>
                <a:sym typeface="Quattrocento Sans"/>
              </a:defRPr>
            </a:lvl3pPr>
            <a:lvl4pPr marR="0" lvl="3" algn="l" rtl="0">
              <a:lnSpc>
                <a:spcPct val="100000"/>
              </a:lnSpc>
              <a:spcBef>
                <a:spcPts val="0"/>
              </a:spcBef>
              <a:spcAft>
                <a:spcPts val="0"/>
              </a:spcAft>
              <a:buClr>
                <a:schemeClr val="dk1"/>
              </a:buClr>
              <a:buSzPts val="1200"/>
              <a:buFont typeface="Noto Sans Symbols"/>
              <a:buNone/>
              <a:defRPr sz="1300" b="0" i="0" u="none" strike="noStrike" cap="none">
                <a:solidFill>
                  <a:schemeClr val="dk1"/>
                </a:solidFill>
                <a:latin typeface="Quattrocento Sans"/>
                <a:ea typeface="Quattrocento Sans"/>
                <a:cs typeface="Quattrocento Sans"/>
                <a:sym typeface="Quattrocento Sans"/>
              </a:defRPr>
            </a:lvl4pPr>
            <a:lvl5pPr marR="0" lvl="4" algn="l" rtl="0">
              <a:lnSpc>
                <a:spcPct val="100000"/>
              </a:lnSpc>
              <a:spcBef>
                <a:spcPts val="0"/>
              </a:spcBef>
              <a:spcAft>
                <a:spcPts val="0"/>
              </a:spcAft>
              <a:buClr>
                <a:schemeClr val="dk1"/>
              </a:buClr>
              <a:buSzPts val="800"/>
              <a:buFont typeface="Noto Sans Symbols"/>
              <a:buNone/>
              <a:defRPr sz="900" b="1" i="0" u="none" strike="noStrike" cap="none">
                <a:solidFill>
                  <a:schemeClr val="dk1"/>
                </a:solidFill>
                <a:latin typeface="Quattrocento Sans"/>
                <a:ea typeface="Quattrocento Sans"/>
                <a:cs typeface="Quattrocento Sans"/>
                <a:sym typeface="Quattrocento Sans"/>
              </a:defRPr>
            </a:lvl5pPr>
            <a:lvl6pPr marR="0" lvl="5" algn="l" rtl="0">
              <a:spcBef>
                <a:spcPts val="300"/>
              </a:spcBef>
              <a:spcAft>
                <a:spcPts val="0"/>
              </a:spcAft>
              <a:buClr>
                <a:schemeClr val="dk1"/>
              </a:buClr>
              <a:buSzPts val="1500"/>
              <a:buFont typeface="Arial"/>
              <a:buNone/>
              <a:defRPr sz="1500" b="0" i="0" u="none" strike="noStrike" cap="none">
                <a:solidFill>
                  <a:schemeClr val="dk1"/>
                </a:solidFill>
                <a:latin typeface="Quattrocento Sans"/>
                <a:ea typeface="Quattrocento Sans"/>
                <a:cs typeface="Quattrocento Sans"/>
                <a:sym typeface="Quattrocento Sans"/>
              </a:defRPr>
            </a:lvl6pPr>
            <a:lvl7pPr marR="0" lvl="6" algn="l" rtl="0">
              <a:lnSpc>
                <a:spcPct val="100000"/>
              </a:lnSpc>
              <a:spcBef>
                <a:spcPts val="0"/>
              </a:spcBef>
              <a:spcAft>
                <a:spcPts val="0"/>
              </a:spcAft>
              <a:buClr>
                <a:schemeClr val="dk1"/>
              </a:buClr>
              <a:buSzPts val="900"/>
              <a:buFont typeface="Arial"/>
              <a:buNone/>
              <a:defRPr sz="900" b="0" i="0" u="none" strike="noStrike" cap="none">
                <a:solidFill>
                  <a:schemeClr val="dk1"/>
                </a:solidFill>
                <a:latin typeface="Quattrocento Sans"/>
                <a:ea typeface="Quattrocento Sans"/>
                <a:cs typeface="Quattrocento Sans"/>
                <a:sym typeface="Quattrocento Sans"/>
              </a:defRPr>
            </a:lvl7pPr>
            <a:lvl8pPr marR="0" lvl="7"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9pPr>
          </a:lstStyle>
          <a:p>
            <a:endParaRPr/>
          </a:p>
        </p:txBody>
      </p:sp>
    </p:spTree>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hart layout">
  <p:cSld name="Chart layout">
    <p:spTree>
      <p:nvGrpSpPr>
        <p:cNvPr id="1" name="Shape 531"/>
        <p:cNvGrpSpPr/>
        <p:nvPr/>
      </p:nvGrpSpPr>
      <p:grpSpPr>
        <a:xfrm>
          <a:off x="0" y="0"/>
          <a:ext cx="0" cy="0"/>
          <a:chOff x="0" y="0"/>
          <a:chExt cx="0" cy="0"/>
        </a:xfrm>
      </p:grpSpPr>
      <p:sp>
        <p:nvSpPr>
          <p:cNvPr id="532" name="Google Shape;532;p82"/>
          <p:cNvSpPr>
            <a:spLocks noGrp="1"/>
          </p:cNvSpPr>
          <p:nvPr>
            <p:ph type="chart" idx="2"/>
          </p:nvPr>
        </p:nvSpPr>
        <p:spPr>
          <a:xfrm>
            <a:off x="341997" y="1463084"/>
            <a:ext cx="2713800" cy="2651100"/>
          </a:xfrm>
          <a:prstGeom prst="rect">
            <a:avLst/>
          </a:prstGeom>
          <a:noFill/>
          <a:ln>
            <a:noFill/>
          </a:ln>
        </p:spPr>
        <p:txBody>
          <a:bodyPr spcFirstLastPara="1" wrap="square" lIns="0" tIns="67225" rIns="107575" bIns="67225" anchor="ctr" anchorCtr="0">
            <a:noAutofit/>
          </a:bodyPr>
          <a:lstStyle>
            <a:lvl1pPr marR="0" lvl="0" algn="ctr" rtl="0">
              <a:lnSpc>
                <a:spcPct val="100000"/>
              </a:lnSpc>
              <a:spcBef>
                <a:spcPts val="0"/>
              </a:spcBef>
              <a:spcAft>
                <a:spcPts val="0"/>
              </a:spcAft>
              <a:buClr>
                <a:schemeClr val="dk1"/>
              </a:buClr>
              <a:buSzPts val="1600"/>
              <a:buFont typeface="Noto Sans Symbols"/>
              <a:buNone/>
              <a:defRPr sz="1800" b="0" i="0" u="none" strike="noStrike" cap="none">
                <a:solidFill>
                  <a:schemeClr val="dk1"/>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chemeClr val="dk1"/>
              </a:buClr>
              <a:buSzPts val="1300"/>
              <a:buFont typeface="Noto Sans Symbols"/>
              <a:buNone/>
              <a:defRPr sz="1500" b="0" i="0" u="none" strike="noStrike" cap="none">
                <a:solidFill>
                  <a:schemeClr val="dk1"/>
                </a:solidFill>
                <a:latin typeface="Quattrocento Sans"/>
                <a:ea typeface="Quattrocento Sans"/>
                <a:cs typeface="Quattrocento Sans"/>
                <a:sym typeface="Quattrocento Sans"/>
              </a:defRPr>
            </a:lvl2pPr>
            <a:lvl3pPr marR="0" lvl="2" algn="l" rtl="0">
              <a:lnSpc>
                <a:spcPct val="100000"/>
              </a:lnSpc>
              <a:spcBef>
                <a:spcPts val="0"/>
              </a:spcBef>
              <a:spcAft>
                <a:spcPts val="0"/>
              </a:spcAft>
              <a:buClr>
                <a:schemeClr val="dk2"/>
              </a:buClr>
              <a:buSzPts val="1200"/>
              <a:buFont typeface="Noto Sans Symbols"/>
              <a:buNone/>
              <a:defRPr sz="1300" b="0" i="0" u="none" strike="noStrike" cap="none">
                <a:solidFill>
                  <a:schemeClr val="dk2"/>
                </a:solidFill>
                <a:latin typeface="Quattrocento Sans"/>
                <a:ea typeface="Quattrocento Sans"/>
                <a:cs typeface="Quattrocento Sans"/>
                <a:sym typeface="Quattrocento Sans"/>
              </a:defRPr>
            </a:lvl3pPr>
            <a:lvl4pPr marR="0" lvl="3" algn="l" rtl="0">
              <a:lnSpc>
                <a:spcPct val="100000"/>
              </a:lnSpc>
              <a:spcBef>
                <a:spcPts val="0"/>
              </a:spcBef>
              <a:spcAft>
                <a:spcPts val="0"/>
              </a:spcAft>
              <a:buClr>
                <a:schemeClr val="dk1"/>
              </a:buClr>
              <a:buSzPts val="1200"/>
              <a:buFont typeface="Noto Sans Symbols"/>
              <a:buNone/>
              <a:defRPr sz="1300" b="0" i="0" u="none" strike="noStrike" cap="none">
                <a:solidFill>
                  <a:schemeClr val="dk1"/>
                </a:solidFill>
                <a:latin typeface="Quattrocento Sans"/>
                <a:ea typeface="Quattrocento Sans"/>
                <a:cs typeface="Quattrocento Sans"/>
                <a:sym typeface="Quattrocento Sans"/>
              </a:defRPr>
            </a:lvl4pPr>
            <a:lvl5pPr marR="0" lvl="4" algn="l" rtl="0">
              <a:lnSpc>
                <a:spcPct val="100000"/>
              </a:lnSpc>
              <a:spcBef>
                <a:spcPts val="0"/>
              </a:spcBef>
              <a:spcAft>
                <a:spcPts val="0"/>
              </a:spcAft>
              <a:buClr>
                <a:schemeClr val="dk1"/>
              </a:buClr>
              <a:buSzPts val="800"/>
              <a:buFont typeface="Noto Sans Symbols"/>
              <a:buNone/>
              <a:defRPr sz="900" b="1" i="0" u="none" strike="noStrike" cap="none">
                <a:solidFill>
                  <a:schemeClr val="dk1"/>
                </a:solidFill>
                <a:latin typeface="Quattrocento Sans"/>
                <a:ea typeface="Quattrocento Sans"/>
                <a:cs typeface="Quattrocento Sans"/>
                <a:sym typeface="Quattrocento Sans"/>
              </a:defRPr>
            </a:lvl5pPr>
            <a:lvl6pPr marR="0" lvl="5" algn="l" rtl="0">
              <a:spcBef>
                <a:spcPts val="300"/>
              </a:spcBef>
              <a:spcAft>
                <a:spcPts val="0"/>
              </a:spcAft>
              <a:buClr>
                <a:schemeClr val="dk1"/>
              </a:buClr>
              <a:buSzPts val="1500"/>
              <a:buFont typeface="Arial"/>
              <a:buNone/>
              <a:defRPr sz="1500" b="0" i="0" u="none" strike="noStrike" cap="none">
                <a:solidFill>
                  <a:schemeClr val="dk1"/>
                </a:solidFill>
                <a:latin typeface="Quattrocento Sans"/>
                <a:ea typeface="Quattrocento Sans"/>
                <a:cs typeface="Quattrocento Sans"/>
                <a:sym typeface="Quattrocento Sans"/>
              </a:defRPr>
            </a:lvl6pPr>
            <a:lvl7pPr marR="0" lvl="6" algn="l" rtl="0">
              <a:lnSpc>
                <a:spcPct val="100000"/>
              </a:lnSpc>
              <a:spcBef>
                <a:spcPts val="0"/>
              </a:spcBef>
              <a:spcAft>
                <a:spcPts val="0"/>
              </a:spcAft>
              <a:buClr>
                <a:schemeClr val="dk1"/>
              </a:buClr>
              <a:buSzPts val="900"/>
              <a:buFont typeface="Arial"/>
              <a:buNone/>
              <a:defRPr sz="900" b="0" i="0" u="none" strike="noStrike" cap="none">
                <a:solidFill>
                  <a:schemeClr val="dk1"/>
                </a:solidFill>
                <a:latin typeface="Quattrocento Sans"/>
                <a:ea typeface="Quattrocento Sans"/>
                <a:cs typeface="Quattrocento Sans"/>
                <a:sym typeface="Quattrocento Sans"/>
              </a:defRPr>
            </a:lvl7pPr>
            <a:lvl8pPr marR="0" lvl="7"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533" name="Google Shape;533;p82"/>
          <p:cNvSpPr txBox="1">
            <a:spLocks noGrp="1"/>
          </p:cNvSpPr>
          <p:nvPr>
            <p:ph type="title"/>
          </p:nvPr>
        </p:nvSpPr>
        <p:spPr>
          <a:xfrm>
            <a:off x="341996" y="465321"/>
            <a:ext cx="8479800" cy="302400"/>
          </a:xfrm>
          <a:prstGeom prst="rect">
            <a:avLst/>
          </a:prstGeom>
          <a:noFill/>
          <a:ln>
            <a:noFill/>
          </a:ln>
        </p:spPr>
        <p:txBody>
          <a:bodyPr spcFirstLastPara="1" wrap="square" lIns="0" tIns="0" rIns="0" bIns="0" anchor="t" anchorCtr="0">
            <a:noAutofit/>
          </a:bodyPr>
          <a:lstStyle>
            <a:lvl1pPr lvl="0" algn="l" rtl="0">
              <a:lnSpc>
                <a:spcPct val="114285"/>
              </a:lnSpc>
              <a:spcBef>
                <a:spcPts val="0"/>
              </a:spcBef>
              <a:spcAft>
                <a:spcPts val="0"/>
              </a:spcAft>
              <a:buClr>
                <a:schemeClr val="dk1"/>
              </a:buClr>
              <a:buSzPts val="2100"/>
              <a:buFont typeface="Quattrocento Sans"/>
              <a:buNone/>
              <a:defRPr sz="2100">
                <a:solidFill>
                  <a:schemeClr val="dk1"/>
                </a:solidFill>
              </a:defRPr>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sp>
        <p:nvSpPr>
          <p:cNvPr id="534" name="Google Shape;534;p82"/>
          <p:cNvSpPr txBox="1">
            <a:spLocks noGrp="1"/>
          </p:cNvSpPr>
          <p:nvPr>
            <p:ph type="body" idx="1"/>
          </p:nvPr>
        </p:nvSpPr>
        <p:spPr>
          <a:xfrm>
            <a:off x="341994" y="4392871"/>
            <a:ext cx="2713800" cy="226200"/>
          </a:xfrm>
          <a:prstGeom prst="rect">
            <a:avLst/>
          </a:prstGeom>
          <a:noFill/>
          <a:ln>
            <a:noFill/>
          </a:ln>
        </p:spPr>
        <p:txBody>
          <a:bodyPr spcFirstLastPara="1" wrap="square" lIns="0" tIns="0" rIns="0" bIns="0" anchor="t" anchorCtr="0">
            <a:noAutofit/>
          </a:bodyPr>
          <a:lstStyle>
            <a:lvl1pPr marL="457200" lvl="0" indent="-228600" algn="l" rtl="0">
              <a:lnSpc>
                <a:spcPct val="120000"/>
              </a:lnSpc>
              <a:spcBef>
                <a:spcPts val="700"/>
              </a:spcBef>
              <a:spcAft>
                <a:spcPts val="0"/>
              </a:spcAft>
              <a:buClr>
                <a:schemeClr val="dk1"/>
              </a:buClr>
              <a:buSzPts val="700"/>
              <a:buFont typeface="Arial"/>
              <a:buNone/>
              <a:defRPr sz="700" b="0" i="0">
                <a:solidFill>
                  <a:schemeClr val="dk1"/>
                </a:solidFill>
                <a:latin typeface="Quattrocento Sans"/>
                <a:ea typeface="Quattrocento Sans"/>
                <a:cs typeface="Quattrocento Sans"/>
                <a:sym typeface="Quattrocento Sans"/>
              </a:defRPr>
            </a:lvl1pPr>
            <a:lvl2pPr marL="914400" marR="0" lvl="1" indent="-228600" algn="l" rtl="0">
              <a:lnSpc>
                <a:spcPct val="120000"/>
              </a:lnSpc>
              <a:spcBef>
                <a:spcPts val="300"/>
              </a:spcBef>
              <a:spcAft>
                <a:spcPts val="0"/>
              </a:spcAft>
              <a:buClr>
                <a:schemeClr val="dk1"/>
              </a:buClr>
              <a:buSzPts val="700"/>
              <a:buFont typeface="Arial"/>
              <a:buNone/>
              <a:defRPr sz="700">
                <a:solidFill>
                  <a:schemeClr val="dk1"/>
                </a:solidFill>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8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535" name="Google Shape;535;p82"/>
          <p:cNvSpPr txBox="1">
            <a:spLocks noGrp="1"/>
          </p:cNvSpPr>
          <p:nvPr>
            <p:ph type="body" idx="3"/>
          </p:nvPr>
        </p:nvSpPr>
        <p:spPr>
          <a:xfrm>
            <a:off x="3227363" y="4392871"/>
            <a:ext cx="2705700" cy="2262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Clr>
                <a:schemeClr val="dk1"/>
              </a:buClr>
              <a:buSzPts val="700"/>
              <a:buNone/>
              <a:defRPr sz="700" b="0" i="0">
                <a:solidFill>
                  <a:schemeClr val="dk1"/>
                </a:solidFill>
                <a:latin typeface="Quattrocento Sans"/>
                <a:ea typeface="Quattrocento Sans"/>
                <a:cs typeface="Quattrocento Sans"/>
                <a:sym typeface="Quattrocento Sans"/>
              </a:defRPr>
            </a:lvl1pPr>
            <a:lvl2pPr marL="914400" lvl="1" indent="-228600" algn="l" rtl="0">
              <a:lnSpc>
                <a:spcPct val="100000"/>
              </a:lnSpc>
              <a:spcBef>
                <a:spcPts val="0"/>
              </a:spcBef>
              <a:spcAft>
                <a:spcPts val="0"/>
              </a:spcAft>
              <a:buClr>
                <a:schemeClr val="dk1"/>
              </a:buClr>
              <a:buSzPts val="12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12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536" name="Google Shape;536;p82"/>
          <p:cNvSpPr>
            <a:spLocks noGrp="1"/>
          </p:cNvSpPr>
          <p:nvPr>
            <p:ph type="chart" idx="4"/>
          </p:nvPr>
        </p:nvSpPr>
        <p:spPr>
          <a:xfrm>
            <a:off x="3227363" y="1463084"/>
            <a:ext cx="2705700" cy="2651100"/>
          </a:xfrm>
          <a:prstGeom prst="rect">
            <a:avLst/>
          </a:prstGeom>
          <a:noFill/>
          <a:ln>
            <a:noFill/>
          </a:ln>
        </p:spPr>
        <p:txBody>
          <a:bodyPr spcFirstLastPara="1" wrap="square" lIns="0" tIns="67225" rIns="107575" bIns="67225" anchor="ctr" anchorCtr="0">
            <a:noAutofit/>
          </a:bodyPr>
          <a:lstStyle>
            <a:lvl1pPr marR="0" lvl="0" algn="ctr" rtl="0">
              <a:lnSpc>
                <a:spcPct val="100000"/>
              </a:lnSpc>
              <a:spcBef>
                <a:spcPts val="0"/>
              </a:spcBef>
              <a:spcAft>
                <a:spcPts val="0"/>
              </a:spcAft>
              <a:buClr>
                <a:schemeClr val="dk1"/>
              </a:buClr>
              <a:buSzPts val="1600"/>
              <a:buFont typeface="Noto Sans Symbols"/>
              <a:buNone/>
              <a:defRPr sz="1800" b="0" i="0" u="none" strike="noStrike" cap="none">
                <a:solidFill>
                  <a:schemeClr val="dk1"/>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chemeClr val="dk1"/>
              </a:buClr>
              <a:buSzPts val="1300"/>
              <a:buFont typeface="Noto Sans Symbols"/>
              <a:buNone/>
              <a:defRPr sz="1500" b="0" i="0" u="none" strike="noStrike" cap="none">
                <a:solidFill>
                  <a:schemeClr val="dk1"/>
                </a:solidFill>
                <a:latin typeface="Quattrocento Sans"/>
                <a:ea typeface="Quattrocento Sans"/>
                <a:cs typeface="Quattrocento Sans"/>
                <a:sym typeface="Quattrocento Sans"/>
              </a:defRPr>
            </a:lvl2pPr>
            <a:lvl3pPr marR="0" lvl="2" algn="l" rtl="0">
              <a:lnSpc>
                <a:spcPct val="100000"/>
              </a:lnSpc>
              <a:spcBef>
                <a:spcPts val="0"/>
              </a:spcBef>
              <a:spcAft>
                <a:spcPts val="0"/>
              </a:spcAft>
              <a:buClr>
                <a:schemeClr val="dk2"/>
              </a:buClr>
              <a:buSzPts val="1200"/>
              <a:buFont typeface="Noto Sans Symbols"/>
              <a:buNone/>
              <a:defRPr sz="1300" b="0" i="0" u="none" strike="noStrike" cap="none">
                <a:solidFill>
                  <a:schemeClr val="dk2"/>
                </a:solidFill>
                <a:latin typeface="Quattrocento Sans"/>
                <a:ea typeface="Quattrocento Sans"/>
                <a:cs typeface="Quattrocento Sans"/>
                <a:sym typeface="Quattrocento Sans"/>
              </a:defRPr>
            </a:lvl3pPr>
            <a:lvl4pPr marR="0" lvl="3" algn="l" rtl="0">
              <a:lnSpc>
                <a:spcPct val="100000"/>
              </a:lnSpc>
              <a:spcBef>
                <a:spcPts val="0"/>
              </a:spcBef>
              <a:spcAft>
                <a:spcPts val="0"/>
              </a:spcAft>
              <a:buClr>
                <a:schemeClr val="dk1"/>
              </a:buClr>
              <a:buSzPts val="1200"/>
              <a:buFont typeface="Noto Sans Symbols"/>
              <a:buNone/>
              <a:defRPr sz="1300" b="0" i="0" u="none" strike="noStrike" cap="none">
                <a:solidFill>
                  <a:schemeClr val="dk1"/>
                </a:solidFill>
                <a:latin typeface="Quattrocento Sans"/>
                <a:ea typeface="Quattrocento Sans"/>
                <a:cs typeface="Quattrocento Sans"/>
                <a:sym typeface="Quattrocento Sans"/>
              </a:defRPr>
            </a:lvl4pPr>
            <a:lvl5pPr marR="0" lvl="4" algn="l" rtl="0">
              <a:lnSpc>
                <a:spcPct val="100000"/>
              </a:lnSpc>
              <a:spcBef>
                <a:spcPts val="0"/>
              </a:spcBef>
              <a:spcAft>
                <a:spcPts val="0"/>
              </a:spcAft>
              <a:buClr>
                <a:schemeClr val="dk1"/>
              </a:buClr>
              <a:buSzPts val="800"/>
              <a:buFont typeface="Noto Sans Symbols"/>
              <a:buNone/>
              <a:defRPr sz="900" b="1" i="0" u="none" strike="noStrike" cap="none">
                <a:solidFill>
                  <a:schemeClr val="dk1"/>
                </a:solidFill>
                <a:latin typeface="Quattrocento Sans"/>
                <a:ea typeface="Quattrocento Sans"/>
                <a:cs typeface="Quattrocento Sans"/>
                <a:sym typeface="Quattrocento Sans"/>
              </a:defRPr>
            </a:lvl5pPr>
            <a:lvl6pPr marR="0" lvl="5" algn="l" rtl="0">
              <a:spcBef>
                <a:spcPts val="300"/>
              </a:spcBef>
              <a:spcAft>
                <a:spcPts val="0"/>
              </a:spcAft>
              <a:buClr>
                <a:schemeClr val="dk1"/>
              </a:buClr>
              <a:buSzPts val="1500"/>
              <a:buFont typeface="Arial"/>
              <a:buNone/>
              <a:defRPr sz="1500" b="0" i="0" u="none" strike="noStrike" cap="none">
                <a:solidFill>
                  <a:schemeClr val="dk1"/>
                </a:solidFill>
                <a:latin typeface="Quattrocento Sans"/>
                <a:ea typeface="Quattrocento Sans"/>
                <a:cs typeface="Quattrocento Sans"/>
                <a:sym typeface="Quattrocento Sans"/>
              </a:defRPr>
            </a:lvl6pPr>
            <a:lvl7pPr marR="0" lvl="6" algn="l" rtl="0">
              <a:lnSpc>
                <a:spcPct val="100000"/>
              </a:lnSpc>
              <a:spcBef>
                <a:spcPts val="0"/>
              </a:spcBef>
              <a:spcAft>
                <a:spcPts val="0"/>
              </a:spcAft>
              <a:buClr>
                <a:schemeClr val="dk1"/>
              </a:buClr>
              <a:buSzPts val="900"/>
              <a:buFont typeface="Arial"/>
              <a:buNone/>
              <a:defRPr sz="900" b="0" i="0" u="none" strike="noStrike" cap="none">
                <a:solidFill>
                  <a:schemeClr val="dk1"/>
                </a:solidFill>
                <a:latin typeface="Quattrocento Sans"/>
                <a:ea typeface="Quattrocento Sans"/>
                <a:cs typeface="Quattrocento Sans"/>
                <a:sym typeface="Quattrocento Sans"/>
              </a:defRPr>
            </a:lvl7pPr>
            <a:lvl8pPr marR="0" lvl="7"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537" name="Google Shape;537;p82"/>
          <p:cNvSpPr>
            <a:spLocks noGrp="1"/>
          </p:cNvSpPr>
          <p:nvPr>
            <p:ph type="chart" idx="5"/>
          </p:nvPr>
        </p:nvSpPr>
        <p:spPr>
          <a:xfrm>
            <a:off x="6104559" y="1463084"/>
            <a:ext cx="2717400" cy="2651100"/>
          </a:xfrm>
          <a:prstGeom prst="rect">
            <a:avLst/>
          </a:prstGeom>
          <a:noFill/>
          <a:ln>
            <a:noFill/>
          </a:ln>
        </p:spPr>
        <p:txBody>
          <a:bodyPr spcFirstLastPara="1" wrap="square" lIns="0" tIns="67225" rIns="107575" bIns="67225" anchor="ctr" anchorCtr="0">
            <a:noAutofit/>
          </a:bodyPr>
          <a:lstStyle>
            <a:lvl1pPr marR="0" lvl="0" algn="ctr" rtl="0">
              <a:lnSpc>
                <a:spcPct val="100000"/>
              </a:lnSpc>
              <a:spcBef>
                <a:spcPts val="0"/>
              </a:spcBef>
              <a:spcAft>
                <a:spcPts val="0"/>
              </a:spcAft>
              <a:buClr>
                <a:schemeClr val="dk1"/>
              </a:buClr>
              <a:buSzPts val="1600"/>
              <a:buFont typeface="Noto Sans Symbols"/>
              <a:buNone/>
              <a:defRPr sz="1800" b="0" i="0" u="none" strike="noStrike" cap="none">
                <a:solidFill>
                  <a:schemeClr val="dk1"/>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chemeClr val="dk1"/>
              </a:buClr>
              <a:buSzPts val="1300"/>
              <a:buFont typeface="Noto Sans Symbols"/>
              <a:buNone/>
              <a:defRPr sz="1500" b="0" i="0" u="none" strike="noStrike" cap="none">
                <a:solidFill>
                  <a:schemeClr val="dk1"/>
                </a:solidFill>
                <a:latin typeface="Quattrocento Sans"/>
                <a:ea typeface="Quattrocento Sans"/>
                <a:cs typeface="Quattrocento Sans"/>
                <a:sym typeface="Quattrocento Sans"/>
              </a:defRPr>
            </a:lvl2pPr>
            <a:lvl3pPr marR="0" lvl="2" algn="l" rtl="0">
              <a:lnSpc>
                <a:spcPct val="100000"/>
              </a:lnSpc>
              <a:spcBef>
                <a:spcPts val="0"/>
              </a:spcBef>
              <a:spcAft>
                <a:spcPts val="0"/>
              </a:spcAft>
              <a:buClr>
                <a:schemeClr val="dk2"/>
              </a:buClr>
              <a:buSzPts val="1200"/>
              <a:buFont typeface="Noto Sans Symbols"/>
              <a:buNone/>
              <a:defRPr sz="1300" b="0" i="0" u="none" strike="noStrike" cap="none">
                <a:solidFill>
                  <a:schemeClr val="dk2"/>
                </a:solidFill>
                <a:latin typeface="Quattrocento Sans"/>
                <a:ea typeface="Quattrocento Sans"/>
                <a:cs typeface="Quattrocento Sans"/>
                <a:sym typeface="Quattrocento Sans"/>
              </a:defRPr>
            </a:lvl3pPr>
            <a:lvl4pPr marR="0" lvl="3" algn="l" rtl="0">
              <a:lnSpc>
                <a:spcPct val="100000"/>
              </a:lnSpc>
              <a:spcBef>
                <a:spcPts val="0"/>
              </a:spcBef>
              <a:spcAft>
                <a:spcPts val="0"/>
              </a:spcAft>
              <a:buClr>
                <a:schemeClr val="dk1"/>
              </a:buClr>
              <a:buSzPts val="1200"/>
              <a:buFont typeface="Noto Sans Symbols"/>
              <a:buNone/>
              <a:defRPr sz="1300" b="0" i="0" u="none" strike="noStrike" cap="none">
                <a:solidFill>
                  <a:schemeClr val="dk1"/>
                </a:solidFill>
                <a:latin typeface="Quattrocento Sans"/>
                <a:ea typeface="Quattrocento Sans"/>
                <a:cs typeface="Quattrocento Sans"/>
                <a:sym typeface="Quattrocento Sans"/>
              </a:defRPr>
            </a:lvl4pPr>
            <a:lvl5pPr marR="0" lvl="4" algn="l" rtl="0">
              <a:lnSpc>
                <a:spcPct val="100000"/>
              </a:lnSpc>
              <a:spcBef>
                <a:spcPts val="0"/>
              </a:spcBef>
              <a:spcAft>
                <a:spcPts val="0"/>
              </a:spcAft>
              <a:buClr>
                <a:schemeClr val="dk1"/>
              </a:buClr>
              <a:buSzPts val="800"/>
              <a:buFont typeface="Noto Sans Symbols"/>
              <a:buNone/>
              <a:defRPr sz="900" b="1" i="0" u="none" strike="noStrike" cap="none">
                <a:solidFill>
                  <a:schemeClr val="dk1"/>
                </a:solidFill>
                <a:latin typeface="Quattrocento Sans"/>
                <a:ea typeface="Quattrocento Sans"/>
                <a:cs typeface="Quattrocento Sans"/>
                <a:sym typeface="Quattrocento Sans"/>
              </a:defRPr>
            </a:lvl5pPr>
            <a:lvl6pPr marR="0" lvl="5" algn="l" rtl="0">
              <a:spcBef>
                <a:spcPts val="300"/>
              </a:spcBef>
              <a:spcAft>
                <a:spcPts val="0"/>
              </a:spcAft>
              <a:buClr>
                <a:schemeClr val="dk1"/>
              </a:buClr>
              <a:buSzPts val="1500"/>
              <a:buFont typeface="Arial"/>
              <a:buNone/>
              <a:defRPr sz="1500" b="0" i="0" u="none" strike="noStrike" cap="none">
                <a:solidFill>
                  <a:schemeClr val="dk1"/>
                </a:solidFill>
                <a:latin typeface="Quattrocento Sans"/>
                <a:ea typeface="Quattrocento Sans"/>
                <a:cs typeface="Quattrocento Sans"/>
                <a:sym typeface="Quattrocento Sans"/>
              </a:defRPr>
            </a:lvl6pPr>
            <a:lvl7pPr marR="0" lvl="6" algn="l" rtl="0">
              <a:lnSpc>
                <a:spcPct val="100000"/>
              </a:lnSpc>
              <a:spcBef>
                <a:spcPts val="0"/>
              </a:spcBef>
              <a:spcAft>
                <a:spcPts val="0"/>
              </a:spcAft>
              <a:buClr>
                <a:schemeClr val="dk1"/>
              </a:buClr>
              <a:buSzPts val="900"/>
              <a:buFont typeface="Arial"/>
              <a:buNone/>
              <a:defRPr sz="900" b="0" i="0" u="none" strike="noStrike" cap="none">
                <a:solidFill>
                  <a:schemeClr val="dk1"/>
                </a:solidFill>
                <a:latin typeface="Quattrocento Sans"/>
                <a:ea typeface="Quattrocento Sans"/>
                <a:cs typeface="Quattrocento Sans"/>
                <a:sym typeface="Quattrocento Sans"/>
              </a:defRPr>
            </a:lvl7pPr>
            <a:lvl8pPr marR="0" lvl="7"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8pPr>
            <a:lvl9pPr marR="0" lvl="8"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538" name="Google Shape;538;p82"/>
          <p:cNvSpPr txBox="1">
            <a:spLocks noGrp="1"/>
          </p:cNvSpPr>
          <p:nvPr>
            <p:ph type="body" idx="6"/>
          </p:nvPr>
        </p:nvSpPr>
        <p:spPr>
          <a:xfrm>
            <a:off x="341993" y="4252785"/>
            <a:ext cx="2721900" cy="147000"/>
          </a:xfrm>
          <a:prstGeom prst="rect">
            <a:avLst/>
          </a:prstGeom>
          <a:noFill/>
          <a:ln>
            <a:noFill/>
          </a:ln>
        </p:spPr>
        <p:txBody>
          <a:bodyPr spcFirstLastPara="1" wrap="square" lIns="0" tIns="0" rIns="107575" bIns="67225" anchor="t" anchorCtr="0">
            <a:noAutofit/>
          </a:bodyPr>
          <a:lstStyle>
            <a:lvl1pPr marL="457200" lvl="0" indent="-228600" algn="l" rtl="0">
              <a:lnSpc>
                <a:spcPct val="100000"/>
              </a:lnSpc>
              <a:spcBef>
                <a:spcPts val="0"/>
              </a:spcBef>
              <a:spcAft>
                <a:spcPts val="0"/>
              </a:spcAft>
              <a:buClr>
                <a:schemeClr val="dk1"/>
              </a:buClr>
              <a:buSzPts val="700"/>
              <a:buNone/>
              <a:defRPr sz="700" b="1">
                <a:solidFill>
                  <a:schemeClr val="dk1"/>
                </a:solidFill>
                <a:latin typeface="Quattrocento Sans"/>
                <a:ea typeface="Quattrocento Sans"/>
                <a:cs typeface="Quattrocento Sans"/>
                <a:sym typeface="Quattrocento Sans"/>
              </a:defRPr>
            </a:lvl1pPr>
            <a:lvl2pPr marL="914400" lvl="1" indent="-228600" algn="l" rtl="0">
              <a:lnSpc>
                <a:spcPct val="100000"/>
              </a:lnSpc>
              <a:spcBef>
                <a:spcPts val="0"/>
              </a:spcBef>
              <a:spcAft>
                <a:spcPts val="0"/>
              </a:spcAft>
              <a:buClr>
                <a:schemeClr val="dk1"/>
              </a:buClr>
              <a:buSzPts val="12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12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539" name="Google Shape;539;p82"/>
          <p:cNvSpPr txBox="1">
            <a:spLocks noGrp="1"/>
          </p:cNvSpPr>
          <p:nvPr>
            <p:ph type="body" idx="7"/>
          </p:nvPr>
        </p:nvSpPr>
        <p:spPr>
          <a:xfrm>
            <a:off x="3235532" y="4252785"/>
            <a:ext cx="2721900" cy="147000"/>
          </a:xfrm>
          <a:prstGeom prst="rect">
            <a:avLst/>
          </a:prstGeom>
          <a:noFill/>
          <a:ln>
            <a:noFill/>
          </a:ln>
        </p:spPr>
        <p:txBody>
          <a:bodyPr spcFirstLastPara="1" wrap="square" lIns="0" tIns="0" rIns="107575" bIns="67225" anchor="t" anchorCtr="0">
            <a:noAutofit/>
          </a:bodyPr>
          <a:lstStyle>
            <a:lvl1pPr marL="457200" lvl="0" indent="-228600" algn="l" rtl="0">
              <a:lnSpc>
                <a:spcPct val="100000"/>
              </a:lnSpc>
              <a:spcBef>
                <a:spcPts val="0"/>
              </a:spcBef>
              <a:spcAft>
                <a:spcPts val="0"/>
              </a:spcAft>
              <a:buClr>
                <a:schemeClr val="dk1"/>
              </a:buClr>
              <a:buSzPts val="700"/>
              <a:buNone/>
              <a:defRPr sz="700" b="1">
                <a:solidFill>
                  <a:schemeClr val="dk1"/>
                </a:solidFill>
                <a:latin typeface="Quattrocento Sans"/>
                <a:ea typeface="Quattrocento Sans"/>
                <a:cs typeface="Quattrocento Sans"/>
                <a:sym typeface="Quattrocento Sans"/>
              </a:defRPr>
            </a:lvl1pPr>
            <a:lvl2pPr marL="914400" lvl="1" indent="-228600" algn="l" rtl="0">
              <a:lnSpc>
                <a:spcPct val="100000"/>
              </a:lnSpc>
              <a:spcBef>
                <a:spcPts val="0"/>
              </a:spcBef>
              <a:spcAft>
                <a:spcPts val="0"/>
              </a:spcAft>
              <a:buClr>
                <a:schemeClr val="dk1"/>
              </a:buClr>
              <a:buSzPts val="12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12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540" name="Google Shape;540;p82"/>
          <p:cNvSpPr txBox="1">
            <a:spLocks noGrp="1"/>
          </p:cNvSpPr>
          <p:nvPr>
            <p:ph type="body" idx="8"/>
          </p:nvPr>
        </p:nvSpPr>
        <p:spPr>
          <a:xfrm>
            <a:off x="6104559" y="4252785"/>
            <a:ext cx="2721900" cy="147000"/>
          </a:xfrm>
          <a:prstGeom prst="rect">
            <a:avLst/>
          </a:prstGeom>
          <a:noFill/>
          <a:ln>
            <a:noFill/>
          </a:ln>
        </p:spPr>
        <p:txBody>
          <a:bodyPr spcFirstLastPara="1" wrap="square" lIns="0" tIns="0" rIns="107575" bIns="67225" anchor="t" anchorCtr="0">
            <a:noAutofit/>
          </a:bodyPr>
          <a:lstStyle>
            <a:lvl1pPr marL="457200" lvl="0" indent="-228600" algn="l" rtl="0">
              <a:lnSpc>
                <a:spcPct val="100000"/>
              </a:lnSpc>
              <a:spcBef>
                <a:spcPts val="0"/>
              </a:spcBef>
              <a:spcAft>
                <a:spcPts val="0"/>
              </a:spcAft>
              <a:buClr>
                <a:schemeClr val="dk1"/>
              </a:buClr>
              <a:buSzPts val="700"/>
              <a:buNone/>
              <a:defRPr sz="700" b="1">
                <a:solidFill>
                  <a:schemeClr val="dk1"/>
                </a:solidFill>
                <a:latin typeface="Quattrocento Sans"/>
                <a:ea typeface="Quattrocento Sans"/>
                <a:cs typeface="Quattrocento Sans"/>
                <a:sym typeface="Quattrocento Sans"/>
              </a:defRPr>
            </a:lvl1pPr>
            <a:lvl2pPr marL="914400" lvl="1" indent="-228600" algn="l" rtl="0">
              <a:lnSpc>
                <a:spcPct val="100000"/>
              </a:lnSpc>
              <a:spcBef>
                <a:spcPts val="0"/>
              </a:spcBef>
              <a:spcAft>
                <a:spcPts val="0"/>
              </a:spcAft>
              <a:buClr>
                <a:schemeClr val="dk1"/>
              </a:buClr>
              <a:buSzPts val="12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12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
        <p:nvSpPr>
          <p:cNvPr id="541" name="Google Shape;541;p82"/>
          <p:cNvSpPr txBox="1">
            <a:spLocks noGrp="1"/>
          </p:cNvSpPr>
          <p:nvPr>
            <p:ph type="body" idx="9"/>
          </p:nvPr>
        </p:nvSpPr>
        <p:spPr>
          <a:xfrm>
            <a:off x="6104559" y="4392871"/>
            <a:ext cx="2705700" cy="2262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Clr>
                <a:schemeClr val="dk1"/>
              </a:buClr>
              <a:buSzPts val="700"/>
              <a:buNone/>
              <a:defRPr sz="700" b="0" i="0">
                <a:solidFill>
                  <a:schemeClr val="dk1"/>
                </a:solidFill>
                <a:latin typeface="Quattrocento Sans"/>
                <a:ea typeface="Quattrocento Sans"/>
                <a:cs typeface="Quattrocento Sans"/>
                <a:sym typeface="Quattrocento Sans"/>
              </a:defRPr>
            </a:lvl1pPr>
            <a:lvl2pPr marL="914400" lvl="1" indent="-228600" algn="l" rtl="0">
              <a:lnSpc>
                <a:spcPct val="100000"/>
              </a:lnSpc>
              <a:spcBef>
                <a:spcPts val="0"/>
              </a:spcBef>
              <a:spcAft>
                <a:spcPts val="0"/>
              </a:spcAft>
              <a:buClr>
                <a:schemeClr val="dk1"/>
              </a:buClr>
              <a:buSzPts val="1200"/>
              <a:buNone/>
              <a:defRPr/>
            </a:lvl2pPr>
            <a:lvl3pPr marL="1371600" lvl="2" indent="-228600" algn="l" rtl="0">
              <a:lnSpc>
                <a:spcPct val="100000"/>
              </a:lnSpc>
              <a:spcBef>
                <a:spcPts val="0"/>
              </a:spcBef>
              <a:spcAft>
                <a:spcPts val="0"/>
              </a:spcAft>
              <a:buClr>
                <a:schemeClr val="dk2"/>
              </a:buClr>
              <a:buSzPts val="1200"/>
              <a:buNone/>
              <a:defRPr/>
            </a:lvl3pPr>
            <a:lvl4pPr marL="1828800" lvl="3" indent="-228600" algn="l" rtl="0">
              <a:lnSpc>
                <a:spcPct val="100000"/>
              </a:lnSpc>
              <a:spcBef>
                <a:spcPts val="0"/>
              </a:spcBef>
              <a:spcAft>
                <a:spcPts val="0"/>
              </a:spcAft>
              <a:buClr>
                <a:schemeClr val="dk1"/>
              </a:buClr>
              <a:buSzPts val="1200"/>
              <a:buNone/>
              <a:defRPr/>
            </a:lvl4pPr>
            <a:lvl5pPr marL="2286000" lvl="4" indent="-228600" algn="l" rtl="0">
              <a:lnSpc>
                <a:spcPct val="100000"/>
              </a:lnSpc>
              <a:spcBef>
                <a:spcPts val="0"/>
              </a:spcBef>
              <a:spcAft>
                <a:spcPts val="0"/>
              </a:spcAft>
              <a:buClr>
                <a:schemeClr val="dk1"/>
              </a:buClr>
              <a:buSzPts val="1200"/>
              <a:buNone/>
              <a:defRPr/>
            </a:lvl5pPr>
            <a:lvl6pPr marL="2743200" lvl="5" indent="-228600" algn="l" rtl="0">
              <a:spcBef>
                <a:spcPts val="300"/>
              </a:spcBef>
              <a:spcAft>
                <a:spcPts val="0"/>
              </a:spcAft>
              <a:buClr>
                <a:schemeClr val="dk1"/>
              </a:buClr>
              <a:buSzPts val="1300"/>
              <a:buNone/>
              <a:defRPr/>
            </a:lvl6pPr>
            <a:lvl7pPr marL="3200400" lvl="6" indent="-228600" algn="l" rtl="0">
              <a:lnSpc>
                <a:spcPct val="100000"/>
              </a:lnSpc>
              <a:spcBef>
                <a:spcPts val="0"/>
              </a:spcBef>
              <a:spcAft>
                <a:spcPts val="0"/>
              </a:spcAft>
              <a:buClr>
                <a:schemeClr val="dk1"/>
              </a:buClr>
              <a:buSzPts val="1300"/>
              <a:buNone/>
              <a:defRPr/>
            </a:lvl7pPr>
            <a:lvl8pPr marL="3657600" lvl="7" indent="-311150" algn="l" rtl="0">
              <a:spcBef>
                <a:spcPts val="300"/>
              </a:spcBef>
              <a:spcAft>
                <a:spcPts val="0"/>
              </a:spcAft>
              <a:buClr>
                <a:schemeClr val="dk1"/>
              </a:buClr>
              <a:buSzPts val="1300"/>
              <a:buChar char="•"/>
              <a:defRPr/>
            </a:lvl8pPr>
            <a:lvl9pPr marL="4114800" lvl="8" indent="-311150" algn="l" rtl="0">
              <a:spcBef>
                <a:spcPts val="300"/>
              </a:spcBef>
              <a:spcAft>
                <a:spcPts val="0"/>
              </a:spcAft>
              <a:buClr>
                <a:schemeClr val="dk1"/>
              </a:buClr>
              <a:buSzPts val="1300"/>
              <a:buChar char="•"/>
              <a:defRPr/>
            </a:lvl9pPr>
          </a:lstStyle>
          <a:p>
            <a:endParaRPr/>
          </a:p>
        </p:txBody>
      </p:sp>
    </p:spTree>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able layout">
  <p:cSld name="Table layout">
    <p:spTree>
      <p:nvGrpSpPr>
        <p:cNvPr id="1" name="Shape 542"/>
        <p:cNvGrpSpPr/>
        <p:nvPr/>
      </p:nvGrpSpPr>
      <p:grpSpPr>
        <a:xfrm>
          <a:off x="0" y="0"/>
          <a:ext cx="0" cy="0"/>
          <a:chOff x="0" y="0"/>
          <a:chExt cx="0" cy="0"/>
        </a:xfrm>
      </p:grpSpPr>
      <p:sp>
        <p:nvSpPr>
          <p:cNvPr id="543" name="Google Shape;543;p83"/>
          <p:cNvSpPr txBox="1">
            <a:spLocks noGrp="1"/>
          </p:cNvSpPr>
          <p:nvPr>
            <p:ph type="title"/>
          </p:nvPr>
        </p:nvSpPr>
        <p:spPr>
          <a:xfrm>
            <a:off x="341996" y="465321"/>
            <a:ext cx="8479800" cy="302400"/>
          </a:xfrm>
          <a:prstGeom prst="rect">
            <a:avLst/>
          </a:prstGeom>
          <a:noFill/>
          <a:ln>
            <a:noFill/>
          </a:ln>
        </p:spPr>
        <p:txBody>
          <a:bodyPr spcFirstLastPara="1" wrap="square" lIns="0" tIns="0" rIns="0" bIns="0" anchor="t" anchorCtr="0">
            <a:noAutofit/>
          </a:bodyPr>
          <a:lstStyle>
            <a:lvl1pPr lvl="0" algn="l" rtl="0">
              <a:lnSpc>
                <a:spcPct val="114285"/>
              </a:lnSpc>
              <a:spcBef>
                <a:spcPts val="0"/>
              </a:spcBef>
              <a:spcAft>
                <a:spcPts val="0"/>
              </a:spcAft>
              <a:buClr>
                <a:schemeClr val="dk1"/>
              </a:buClr>
              <a:buSzPts val="2100"/>
              <a:buFont typeface="Quattrocento Sans"/>
              <a:buNone/>
              <a:defRPr sz="2100">
                <a:solidFill>
                  <a:schemeClr val="dk1"/>
                </a:solidFill>
              </a:defRPr>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spTree>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losing medium teal">
  <p:cSld name="Closing medium teal">
    <p:bg>
      <p:bgPr>
        <a:solidFill>
          <a:schemeClr val="dk2"/>
        </a:solidFill>
        <a:effectLst/>
      </p:bgPr>
    </p:bg>
    <p:spTree>
      <p:nvGrpSpPr>
        <p:cNvPr id="1" name="Shape 544"/>
        <p:cNvGrpSpPr/>
        <p:nvPr/>
      </p:nvGrpSpPr>
      <p:grpSpPr>
        <a:xfrm>
          <a:off x="0" y="0"/>
          <a:ext cx="0" cy="0"/>
          <a:chOff x="0" y="0"/>
          <a:chExt cx="0" cy="0"/>
        </a:xfrm>
      </p:grpSpPr>
      <p:sp>
        <p:nvSpPr>
          <p:cNvPr id="545" name="Google Shape;545;p84"/>
          <p:cNvSpPr/>
          <p:nvPr/>
        </p:nvSpPr>
        <p:spPr>
          <a:xfrm>
            <a:off x="5672431" y="0"/>
            <a:ext cx="3471600" cy="985800"/>
          </a:xfrm>
          <a:prstGeom prst="rect">
            <a:avLst/>
          </a:prstGeom>
          <a:solidFill>
            <a:srgbClr val="0078D3"/>
          </a:solidFill>
          <a:ln>
            <a:noFill/>
          </a:ln>
        </p:spPr>
        <p:txBody>
          <a:bodyPr spcFirstLastPara="1" wrap="square" lIns="134475" tIns="107575" rIns="134475" bIns="107575" anchor="t" anchorCtr="0">
            <a:noAutofit/>
          </a:bodyPr>
          <a:lstStyle/>
          <a:p>
            <a:pPr marL="0" marR="0" lvl="0" indent="0" algn="ctr" rtl="0">
              <a:lnSpc>
                <a:spcPct val="90000"/>
              </a:lnSpc>
              <a:spcBef>
                <a:spcPts val="0"/>
              </a:spcBef>
              <a:spcAft>
                <a:spcPts val="0"/>
              </a:spcAft>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546" name="Google Shape;546;p84"/>
          <p:cNvSpPr txBox="1">
            <a:spLocks noGrp="1"/>
          </p:cNvSpPr>
          <p:nvPr>
            <p:ph type="title"/>
          </p:nvPr>
        </p:nvSpPr>
        <p:spPr>
          <a:xfrm>
            <a:off x="341996" y="1383957"/>
            <a:ext cx="5591100" cy="11049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lt1"/>
              </a:buClr>
              <a:buSzPts val="1900"/>
              <a:buFont typeface="Quattrocento Sans"/>
              <a:buNone/>
              <a:defRPr sz="1900">
                <a:solidFill>
                  <a:schemeClr val="lt1"/>
                </a:solidFill>
              </a:defRPr>
            </a:lvl1pPr>
            <a:lvl2pPr lvl="1" rtl="0">
              <a:spcBef>
                <a:spcPts val="100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pic>
        <p:nvPicPr>
          <p:cNvPr id="547" name="Google Shape;547;p84"/>
          <p:cNvPicPr preferRelativeResize="0"/>
          <p:nvPr/>
        </p:nvPicPr>
        <p:blipFill>
          <a:blip r:embed="rId2">
            <a:alphaModFix/>
          </a:blip>
          <a:stretch>
            <a:fillRect/>
          </a:stretch>
        </p:blipFill>
        <p:spPr>
          <a:xfrm>
            <a:off x="190854" y="241465"/>
            <a:ext cx="1688803" cy="32775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Section title 2">
  <p:cSld name="Section title 2">
    <p:bg>
      <p:bgPr>
        <a:solidFill>
          <a:schemeClr val="dk2"/>
        </a:solidFill>
        <a:effectLst/>
      </p:bgPr>
    </p:bg>
    <p:spTree>
      <p:nvGrpSpPr>
        <p:cNvPr id="1" name="Shape 548"/>
        <p:cNvGrpSpPr/>
        <p:nvPr/>
      </p:nvGrpSpPr>
      <p:grpSpPr>
        <a:xfrm>
          <a:off x="0" y="0"/>
          <a:ext cx="0" cy="0"/>
          <a:chOff x="0" y="0"/>
          <a:chExt cx="0" cy="0"/>
        </a:xfrm>
      </p:grpSpPr>
      <p:sp>
        <p:nvSpPr>
          <p:cNvPr id="549" name="Google Shape;549;p85"/>
          <p:cNvSpPr txBox="1">
            <a:spLocks noGrp="1"/>
          </p:cNvSpPr>
          <p:nvPr>
            <p:ph type="title"/>
          </p:nvPr>
        </p:nvSpPr>
        <p:spPr>
          <a:xfrm>
            <a:off x="341996" y="706269"/>
            <a:ext cx="5591100" cy="26688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Clr>
                <a:schemeClr val="lt2"/>
              </a:buClr>
              <a:buSzPts val="3500"/>
              <a:buFont typeface="Quattrocento Sans"/>
              <a:buNone/>
              <a:defRPr sz="3500">
                <a:solidFill>
                  <a:schemeClr val="lt2"/>
                </a:solidFill>
              </a:defRPr>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sp>
        <p:nvSpPr>
          <p:cNvPr id="550" name="Google Shape;550;p85"/>
          <p:cNvSpPr/>
          <p:nvPr/>
        </p:nvSpPr>
        <p:spPr>
          <a:xfrm>
            <a:off x="7550746" y="210554"/>
            <a:ext cx="1481400" cy="666300"/>
          </a:xfrm>
          <a:prstGeom prst="rect">
            <a:avLst/>
          </a:prstGeom>
          <a:solidFill>
            <a:srgbClr val="0078D3"/>
          </a:solidFill>
          <a:ln>
            <a:noFill/>
          </a:ln>
        </p:spPr>
        <p:txBody>
          <a:bodyPr spcFirstLastPara="1" wrap="square" lIns="134475" tIns="107575" rIns="134475" bIns="107575" anchor="t" anchorCtr="0">
            <a:noAutofit/>
          </a:bodyPr>
          <a:lstStyle/>
          <a:p>
            <a:pPr marL="0" marR="0" lvl="0" indent="0" algn="ctr" rtl="0">
              <a:lnSpc>
                <a:spcPct val="90000"/>
              </a:lnSpc>
              <a:spcBef>
                <a:spcPts val="0"/>
              </a:spcBef>
              <a:spcAft>
                <a:spcPts val="0"/>
              </a:spcAft>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551" name="Google Shape;551;p85"/>
          <p:cNvSpPr/>
          <p:nvPr/>
        </p:nvSpPr>
        <p:spPr>
          <a:xfrm>
            <a:off x="6206108" y="137932"/>
            <a:ext cx="1481400" cy="666300"/>
          </a:xfrm>
          <a:prstGeom prst="rect">
            <a:avLst/>
          </a:prstGeom>
          <a:solidFill>
            <a:srgbClr val="0078D3"/>
          </a:solidFill>
          <a:ln>
            <a:noFill/>
          </a:ln>
        </p:spPr>
        <p:txBody>
          <a:bodyPr spcFirstLastPara="1" wrap="square" lIns="134475" tIns="107575" rIns="134475" bIns="107575" anchor="t" anchorCtr="0">
            <a:noAutofit/>
          </a:bodyPr>
          <a:lstStyle/>
          <a:p>
            <a:pPr marL="0" marR="0" lvl="0" indent="0" algn="ctr" rtl="0">
              <a:lnSpc>
                <a:spcPct val="90000"/>
              </a:lnSpc>
              <a:spcBef>
                <a:spcPts val="0"/>
              </a:spcBef>
              <a:spcAft>
                <a:spcPts val="0"/>
              </a:spcAft>
              <a:buNone/>
            </a:pPr>
            <a:endParaRPr sz="1800" b="0" i="0" u="none" strike="noStrike" cap="none">
              <a:solidFill>
                <a:srgbClr val="FFFFFF"/>
              </a:solidFill>
              <a:latin typeface="Quattrocento Sans"/>
              <a:ea typeface="Quattrocento Sans"/>
              <a:cs typeface="Quattrocento Sans"/>
              <a:sym typeface="Quattrocento Sans"/>
            </a:endParaRPr>
          </a:p>
        </p:txBody>
      </p:sp>
      <p:pic>
        <p:nvPicPr>
          <p:cNvPr id="552" name="Google Shape;552;p85"/>
          <p:cNvPicPr preferRelativeResize="0"/>
          <p:nvPr/>
        </p:nvPicPr>
        <p:blipFill>
          <a:blip r:embed="rId2">
            <a:alphaModFix/>
          </a:blip>
          <a:stretch>
            <a:fillRect/>
          </a:stretch>
        </p:blipFill>
        <p:spPr>
          <a:xfrm>
            <a:off x="190854" y="241465"/>
            <a:ext cx="1688803" cy="327759"/>
          </a:xfrm>
          <a:prstGeom prst="rect">
            <a:avLst/>
          </a:prstGeom>
          <a:noFill/>
          <a:ln>
            <a:noFill/>
          </a:ln>
        </p:spPr>
      </p:pic>
    </p:spTree>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58"/>
        <p:cNvGrpSpPr/>
        <p:nvPr/>
      </p:nvGrpSpPr>
      <p:grpSpPr>
        <a:xfrm>
          <a:off x="0" y="0"/>
          <a:ext cx="0" cy="0"/>
          <a:chOff x="0" y="0"/>
          <a:chExt cx="0" cy="0"/>
        </a:xfrm>
      </p:grpSpPr>
      <p:sp>
        <p:nvSpPr>
          <p:cNvPr id="559" name="Google Shape;559;p87"/>
          <p:cNvSpPr txBox="1">
            <a:spLocks noGrp="1"/>
          </p:cNvSpPr>
          <p:nvPr>
            <p:ph type="title"/>
          </p:nvPr>
        </p:nvSpPr>
        <p:spPr>
          <a:xfrm>
            <a:off x="345727" y="273850"/>
            <a:ext cx="7034700" cy="744000"/>
          </a:xfrm>
          <a:prstGeom prst="rect">
            <a:avLst/>
          </a:prstGeom>
          <a:noFill/>
          <a:ln>
            <a:noFill/>
          </a:ln>
        </p:spPr>
        <p:txBody>
          <a:bodyPr spcFirstLastPara="1" wrap="square" lIns="0" tIns="34275" rIns="0" bIns="34275" anchor="ctr" anchorCtr="0">
            <a:noAutofit/>
          </a:bodyPr>
          <a:lstStyle>
            <a:lvl1pPr lvl="0" algn="l" rtl="0">
              <a:lnSpc>
                <a:spcPct val="90000"/>
              </a:lnSpc>
              <a:spcBef>
                <a:spcPts val="0"/>
              </a:spcBef>
              <a:spcAft>
                <a:spcPts val="0"/>
              </a:spcAft>
              <a:buClr>
                <a:schemeClr val="dk1"/>
              </a:buClr>
              <a:buSzPts val="14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pic>
        <p:nvPicPr>
          <p:cNvPr id="560" name="Google Shape;560;p87"/>
          <p:cNvPicPr preferRelativeResize="0"/>
          <p:nvPr/>
        </p:nvPicPr>
        <p:blipFill>
          <a:blip r:embed="rId2">
            <a:alphaModFix/>
          </a:blip>
          <a:stretch>
            <a:fillRect/>
          </a:stretch>
        </p:blipFill>
        <p:spPr>
          <a:xfrm>
            <a:off x="237744" y="4809628"/>
            <a:ext cx="1308824" cy="253998"/>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Title and Content Dark" type="obj">
  <p:cSld name="OBJECT">
    <p:bg>
      <p:bgPr>
        <a:solidFill>
          <a:schemeClr val="accent1"/>
        </a:solidFill>
        <a:effectLst/>
      </p:bgPr>
    </p:bg>
    <p:spTree>
      <p:nvGrpSpPr>
        <p:cNvPr id="1" name="Shape 570"/>
        <p:cNvGrpSpPr/>
        <p:nvPr/>
      </p:nvGrpSpPr>
      <p:grpSpPr>
        <a:xfrm>
          <a:off x="0" y="0"/>
          <a:ext cx="0" cy="0"/>
          <a:chOff x="0" y="0"/>
          <a:chExt cx="0" cy="0"/>
        </a:xfrm>
      </p:grpSpPr>
      <p:sp>
        <p:nvSpPr>
          <p:cNvPr id="571" name="Google Shape;571;p91"/>
          <p:cNvSpPr txBox="1">
            <a:spLocks noGrp="1"/>
          </p:cNvSpPr>
          <p:nvPr>
            <p:ph type="title"/>
          </p:nvPr>
        </p:nvSpPr>
        <p:spPr>
          <a:xfrm>
            <a:off x="345737" y="273845"/>
            <a:ext cx="8445000" cy="744000"/>
          </a:xfrm>
          <a:prstGeom prst="rect">
            <a:avLst/>
          </a:prstGeom>
          <a:noFill/>
          <a:ln>
            <a:noFill/>
          </a:ln>
        </p:spPr>
        <p:txBody>
          <a:bodyPr spcFirstLastPara="1" wrap="square" lIns="0" tIns="45700" rIns="0" bIns="45700" anchor="ctr" anchorCtr="0">
            <a:noAutofit/>
          </a:bodyPr>
          <a:lstStyle>
            <a:lvl1pPr lvl="0" algn="l" rtl="0">
              <a:lnSpc>
                <a:spcPct val="90000"/>
              </a:lnSpc>
              <a:spcBef>
                <a:spcPts val="0"/>
              </a:spcBef>
              <a:spcAft>
                <a:spcPts val="0"/>
              </a:spcAft>
              <a:buClr>
                <a:schemeClr val="lt1"/>
              </a:buClr>
              <a:buSzPts val="3600"/>
              <a:buFont typeface="Barlow"/>
              <a:buNone/>
              <a:defRPr>
                <a:solidFill>
                  <a:schemeClr val="lt1"/>
                </a:solidFill>
              </a:defRPr>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a:endParaRPr/>
          </a:p>
        </p:txBody>
      </p:sp>
      <p:sp>
        <p:nvSpPr>
          <p:cNvPr id="572" name="Google Shape;572;p91"/>
          <p:cNvSpPr txBox="1">
            <a:spLocks noGrp="1"/>
          </p:cNvSpPr>
          <p:nvPr>
            <p:ph type="body" idx="1"/>
          </p:nvPr>
        </p:nvSpPr>
        <p:spPr>
          <a:xfrm>
            <a:off x="345737" y="1189436"/>
            <a:ext cx="8445000" cy="3443400"/>
          </a:xfrm>
          <a:prstGeom prst="rect">
            <a:avLst/>
          </a:prstGeom>
          <a:noFill/>
          <a:ln>
            <a:noFill/>
          </a:ln>
        </p:spPr>
        <p:txBody>
          <a:bodyPr spcFirstLastPara="1" wrap="square" lIns="0" tIns="45700" rIns="0" bIns="45700" anchor="t" anchorCtr="0">
            <a:noAutofit/>
          </a:bodyPr>
          <a:lstStyle>
            <a:lvl1pPr marL="457200" lvl="0" indent="-228600" algn="l" rtl="0">
              <a:lnSpc>
                <a:spcPct val="90000"/>
              </a:lnSpc>
              <a:spcBef>
                <a:spcPts val="750"/>
              </a:spcBef>
              <a:spcAft>
                <a:spcPts val="0"/>
              </a:spcAft>
              <a:buSzPts val="1600"/>
              <a:buNone/>
              <a:defRPr>
                <a:solidFill>
                  <a:schemeClr val="lt1"/>
                </a:solidFill>
              </a:defRPr>
            </a:lvl1pPr>
            <a:lvl2pPr marL="914400" lvl="1" indent="-228600" algn="l" rtl="0">
              <a:lnSpc>
                <a:spcPct val="90000"/>
              </a:lnSpc>
              <a:spcBef>
                <a:spcPts val="375"/>
              </a:spcBef>
              <a:spcAft>
                <a:spcPts val="0"/>
              </a:spcAft>
              <a:buSzPts val="1300"/>
              <a:buNone/>
              <a:defRPr>
                <a:solidFill>
                  <a:schemeClr val="lt1"/>
                </a:solidFill>
              </a:defRPr>
            </a:lvl2pPr>
            <a:lvl3pPr marL="1371600" lvl="2" indent="-228600" algn="l" rtl="0">
              <a:lnSpc>
                <a:spcPct val="90000"/>
              </a:lnSpc>
              <a:spcBef>
                <a:spcPts val="375"/>
              </a:spcBef>
              <a:spcAft>
                <a:spcPts val="0"/>
              </a:spcAft>
              <a:buSzPts val="1200"/>
              <a:buNone/>
              <a:defRPr>
                <a:solidFill>
                  <a:schemeClr val="lt1"/>
                </a:solidFill>
              </a:defRPr>
            </a:lvl3pPr>
            <a:lvl4pPr marL="1828800" lvl="3" indent="-228600" algn="l" rtl="0">
              <a:lnSpc>
                <a:spcPct val="90000"/>
              </a:lnSpc>
              <a:spcBef>
                <a:spcPts val="375"/>
              </a:spcBef>
              <a:spcAft>
                <a:spcPts val="0"/>
              </a:spcAft>
              <a:buSzPts val="1200"/>
              <a:buNone/>
              <a:defRPr>
                <a:solidFill>
                  <a:schemeClr val="lt1"/>
                </a:solidFill>
              </a:defRPr>
            </a:lvl4pPr>
            <a:lvl5pPr marL="2286000" lvl="4" indent="-228600" algn="l" rtl="0">
              <a:lnSpc>
                <a:spcPct val="90000"/>
              </a:lnSpc>
              <a:spcBef>
                <a:spcPts val="375"/>
              </a:spcBef>
              <a:spcAft>
                <a:spcPts val="0"/>
              </a:spcAft>
              <a:buSzPts val="800"/>
              <a:buNone/>
              <a:defRPr>
                <a:solidFill>
                  <a:schemeClr val="lt1"/>
                </a:solidFill>
              </a:defRPr>
            </a:lvl5pPr>
            <a:lvl6pPr marL="2743200" lvl="5" indent="-228600" algn="l" rtl="0">
              <a:lnSpc>
                <a:spcPct val="90000"/>
              </a:lnSpc>
              <a:spcBef>
                <a:spcPts val="375"/>
              </a:spcBef>
              <a:spcAft>
                <a:spcPts val="0"/>
              </a:spcAft>
              <a:buSzPts val="1500"/>
              <a:buNone/>
              <a:defRPr>
                <a:solidFill>
                  <a:schemeClr val="lt1"/>
                </a:solidFill>
              </a:defRPr>
            </a:lvl6pPr>
            <a:lvl7pPr marL="3200400" lvl="6" indent="-228600" algn="l" rtl="0">
              <a:lnSpc>
                <a:spcPct val="90000"/>
              </a:lnSpc>
              <a:spcBef>
                <a:spcPts val="375"/>
              </a:spcBef>
              <a:spcAft>
                <a:spcPts val="0"/>
              </a:spcAft>
              <a:buSzPts val="900"/>
              <a:buNone/>
              <a:defRPr>
                <a:solidFill>
                  <a:schemeClr val="lt1"/>
                </a:solidFill>
              </a:defRPr>
            </a:lvl7pPr>
            <a:lvl8pPr marL="3657600" lvl="7" indent="-323850" algn="l" rtl="0">
              <a:lnSpc>
                <a:spcPct val="90000"/>
              </a:lnSpc>
              <a:spcBef>
                <a:spcPts val="375"/>
              </a:spcBef>
              <a:spcAft>
                <a:spcPts val="0"/>
              </a:spcAft>
              <a:buSzPts val="1500"/>
              <a:buChar char="•"/>
              <a:defRPr>
                <a:solidFill>
                  <a:schemeClr val="lt1"/>
                </a:solidFill>
              </a:defRPr>
            </a:lvl8pPr>
            <a:lvl9pPr marL="4114800" lvl="8" indent="-342900" algn="l" rtl="0">
              <a:lnSpc>
                <a:spcPct val="90000"/>
              </a:lnSpc>
              <a:spcBef>
                <a:spcPts val="375"/>
              </a:spcBef>
              <a:spcAft>
                <a:spcPts val="0"/>
              </a:spcAft>
              <a:buClr>
                <a:schemeClr val="dk1"/>
              </a:buClr>
              <a:buSzPts val="1800"/>
              <a:buChar char="•"/>
              <a:defRPr/>
            </a:lvl9pPr>
          </a:lstStyle>
          <a:p>
            <a:endParaRPr/>
          </a:p>
        </p:txBody>
      </p:sp>
      <p:pic>
        <p:nvPicPr>
          <p:cNvPr id="573" name="Google Shape;573;p91"/>
          <p:cNvPicPr preferRelativeResize="0"/>
          <p:nvPr/>
        </p:nvPicPr>
        <p:blipFill rotWithShape="1">
          <a:blip r:embed="rId2">
            <a:alphaModFix/>
          </a:blip>
          <a:srcRect/>
          <a:stretch/>
        </p:blipFill>
        <p:spPr>
          <a:xfrm>
            <a:off x="345736" y="4761293"/>
            <a:ext cx="1019018" cy="158726"/>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574"/>
        <p:cNvGrpSpPr/>
        <p:nvPr/>
      </p:nvGrpSpPr>
      <p:grpSpPr>
        <a:xfrm>
          <a:off x="0" y="0"/>
          <a:ext cx="0" cy="0"/>
          <a:chOff x="0" y="0"/>
          <a:chExt cx="0" cy="0"/>
        </a:xfrm>
      </p:grpSpPr>
      <p:sp>
        <p:nvSpPr>
          <p:cNvPr id="575" name="Google Shape;575;p92"/>
          <p:cNvSpPr txBox="1">
            <a:spLocks noGrp="1"/>
          </p:cNvSpPr>
          <p:nvPr>
            <p:ph type="title"/>
          </p:nvPr>
        </p:nvSpPr>
        <p:spPr>
          <a:xfrm>
            <a:off x="311700" y="445025"/>
            <a:ext cx="8520600" cy="572700"/>
          </a:xfrm>
          <a:prstGeom prst="rect">
            <a:avLst/>
          </a:prstGeom>
          <a:noFill/>
          <a:ln>
            <a:noFill/>
          </a:ln>
        </p:spPr>
        <p:txBody>
          <a:bodyPr spcFirstLastPara="1" wrap="square" lIns="67225" tIns="67225" rIns="67225" bIns="67225" anchor="t" anchorCtr="0">
            <a:noAutofit/>
          </a:bodyPr>
          <a:lstStyle>
            <a:lvl1pPr lvl="0" algn="l" rtl="0">
              <a:lnSpc>
                <a:spcPct val="90000"/>
              </a:lnSpc>
              <a:spcBef>
                <a:spcPts val="0"/>
              </a:spcBef>
              <a:spcAft>
                <a:spcPts val="0"/>
              </a:spcAft>
              <a:buClr>
                <a:schemeClr val="dk1"/>
              </a:buClr>
              <a:buSzPts val="2100"/>
              <a:buFont typeface="Quattrocento Sans"/>
              <a:buNone/>
              <a:defRPr/>
            </a:lvl1pPr>
            <a:lvl2pPr lvl="1" algn="l" rtl="0">
              <a:lnSpc>
                <a:spcPct val="100000"/>
              </a:lnSpc>
              <a:spcBef>
                <a:spcPts val="0"/>
              </a:spcBef>
              <a:spcAft>
                <a:spcPts val="0"/>
              </a:spcAft>
              <a:buSzPts val="2100"/>
              <a:buNone/>
              <a:defRPr/>
            </a:lvl2pPr>
            <a:lvl3pPr lvl="2" algn="l" rtl="0">
              <a:lnSpc>
                <a:spcPct val="100000"/>
              </a:lnSpc>
              <a:spcBef>
                <a:spcPts val="0"/>
              </a:spcBef>
              <a:spcAft>
                <a:spcPts val="0"/>
              </a:spcAft>
              <a:buSzPts val="2100"/>
              <a:buNone/>
              <a:defRPr/>
            </a:lvl3pPr>
            <a:lvl4pPr lvl="3" algn="l" rtl="0">
              <a:lnSpc>
                <a:spcPct val="100000"/>
              </a:lnSpc>
              <a:spcBef>
                <a:spcPts val="0"/>
              </a:spcBef>
              <a:spcAft>
                <a:spcPts val="0"/>
              </a:spcAft>
              <a:buSzPts val="2100"/>
              <a:buNone/>
              <a:defRPr/>
            </a:lvl4pPr>
            <a:lvl5pPr lvl="4" algn="l" rtl="0">
              <a:lnSpc>
                <a:spcPct val="100000"/>
              </a:lnSpc>
              <a:spcBef>
                <a:spcPts val="0"/>
              </a:spcBef>
              <a:spcAft>
                <a:spcPts val="0"/>
              </a:spcAft>
              <a:buSzPts val="2100"/>
              <a:buNone/>
              <a:defRPr/>
            </a:lvl5pPr>
            <a:lvl6pPr lvl="5" algn="l" rtl="0">
              <a:lnSpc>
                <a:spcPct val="100000"/>
              </a:lnSpc>
              <a:spcBef>
                <a:spcPts val="0"/>
              </a:spcBef>
              <a:spcAft>
                <a:spcPts val="0"/>
              </a:spcAft>
              <a:buSzPts val="2100"/>
              <a:buNone/>
              <a:defRPr/>
            </a:lvl6pPr>
            <a:lvl7pPr lvl="6" algn="l" rtl="0">
              <a:lnSpc>
                <a:spcPct val="100000"/>
              </a:lnSpc>
              <a:spcBef>
                <a:spcPts val="0"/>
              </a:spcBef>
              <a:spcAft>
                <a:spcPts val="0"/>
              </a:spcAft>
              <a:buSzPts val="2100"/>
              <a:buNone/>
              <a:defRPr/>
            </a:lvl7pPr>
            <a:lvl8pPr lvl="7" algn="l" rtl="0">
              <a:lnSpc>
                <a:spcPct val="100000"/>
              </a:lnSpc>
              <a:spcBef>
                <a:spcPts val="0"/>
              </a:spcBef>
              <a:spcAft>
                <a:spcPts val="0"/>
              </a:spcAft>
              <a:buSzPts val="2100"/>
              <a:buNone/>
              <a:defRPr/>
            </a:lvl8pPr>
            <a:lvl9pPr lvl="8" algn="l" rtl="0">
              <a:lnSpc>
                <a:spcPct val="100000"/>
              </a:lnSpc>
              <a:spcBef>
                <a:spcPts val="0"/>
              </a:spcBef>
              <a:spcAft>
                <a:spcPts val="0"/>
              </a:spcAft>
              <a:buSzPts val="2100"/>
              <a:buNone/>
              <a:defRPr/>
            </a:lvl9pPr>
          </a:lstStyle>
          <a:p>
            <a:endParaRPr/>
          </a:p>
        </p:txBody>
      </p:sp>
      <p:sp>
        <p:nvSpPr>
          <p:cNvPr id="576" name="Google Shape;576;p92"/>
          <p:cNvSpPr txBox="1">
            <a:spLocks noGrp="1"/>
          </p:cNvSpPr>
          <p:nvPr>
            <p:ph type="sldNum" idx="12"/>
          </p:nvPr>
        </p:nvSpPr>
        <p:spPr>
          <a:xfrm>
            <a:off x="8472458" y="4663217"/>
            <a:ext cx="548700" cy="393600"/>
          </a:xfrm>
          <a:prstGeom prst="rect">
            <a:avLst/>
          </a:prstGeom>
          <a:noFill/>
          <a:ln>
            <a:noFill/>
          </a:ln>
        </p:spPr>
        <p:txBody>
          <a:bodyPr spcFirstLastPara="1" wrap="square" lIns="67225" tIns="67225" rIns="67225" bIns="67225" anchor="ctr" anchorCtr="0">
            <a:noAutofit/>
          </a:bodyPr>
          <a:lstStyle>
            <a:lvl1pPr marL="0" marR="0" lvl="0" indent="0" algn="r" rtl="0">
              <a:lnSpc>
                <a:spcPct val="100000"/>
              </a:lnSpc>
              <a:spcBef>
                <a:spcPts val="0"/>
              </a:spcBef>
              <a:spcAft>
                <a:spcPts val="0"/>
              </a:spcAft>
              <a:buClr>
                <a:schemeClr val="dk1"/>
              </a:buClr>
              <a:buSzPts val="1300"/>
              <a:buFont typeface="Quattrocento Sans"/>
              <a:buNone/>
              <a:defRPr sz="1300" b="0" i="0" u="none" strike="noStrike" cap="none">
                <a:solidFill>
                  <a:schemeClr val="dk1"/>
                </a:solidFill>
                <a:latin typeface="Quattrocento Sans"/>
                <a:ea typeface="Quattrocento Sans"/>
                <a:cs typeface="Quattrocento Sans"/>
                <a:sym typeface="Quattrocento Sans"/>
              </a:defRPr>
            </a:lvl1pPr>
            <a:lvl2pPr marL="0" marR="0" lvl="1" indent="0" algn="r" rtl="0">
              <a:lnSpc>
                <a:spcPct val="100000"/>
              </a:lnSpc>
              <a:spcBef>
                <a:spcPts val="0"/>
              </a:spcBef>
              <a:spcAft>
                <a:spcPts val="0"/>
              </a:spcAft>
              <a:buClr>
                <a:schemeClr val="dk1"/>
              </a:buClr>
              <a:buSzPts val="1300"/>
              <a:buFont typeface="Quattrocento Sans"/>
              <a:buNone/>
              <a:defRPr sz="1300" b="0" i="0" u="none" strike="noStrike" cap="none">
                <a:solidFill>
                  <a:schemeClr val="dk1"/>
                </a:solidFill>
                <a:latin typeface="Quattrocento Sans"/>
                <a:ea typeface="Quattrocento Sans"/>
                <a:cs typeface="Quattrocento Sans"/>
                <a:sym typeface="Quattrocento Sans"/>
              </a:defRPr>
            </a:lvl2pPr>
            <a:lvl3pPr marL="0" marR="0" lvl="2" indent="0" algn="r" rtl="0">
              <a:lnSpc>
                <a:spcPct val="100000"/>
              </a:lnSpc>
              <a:spcBef>
                <a:spcPts val="0"/>
              </a:spcBef>
              <a:spcAft>
                <a:spcPts val="0"/>
              </a:spcAft>
              <a:buClr>
                <a:schemeClr val="dk1"/>
              </a:buClr>
              <a:buSzPts val="1300"/>
              <a:buFont typeface="Quattrocento Sans"/>
              <a:buNone/>
              <a:defRPr sz="1300" b="0" i="0" u="none" strike="noStrike" cap="none">
                <a:solidFill>
                  <a:schemeClr val="dk1"/>
                </a:solidFill>
                <a:latin typeface="Quattrocento Sans"/>
                <a:ea typeface="Quattrocento Sans"/>
                <a:cs typeface="Quattrocento Sans"/>
                <a:sym typeface="Quattrocento Sans"/>
              </a:defRPr>
            </a:lvl3pPr>
            <a:lvl4pPr marL="0" marR="0" lvl="3" indent="0" algn="r" rtl="0">
              <a:lnSpc>
                <a:spcPct val="100000"/>
              </a:lnSpc>
              <a:spcBef>
                <a:spcPts val="0"/>
              </a:spcBef>
              <a:spcAft>
                <a:spcPts val="0"/>
              </a:spcAft>
              <a:buClr>
                <a:schemeClr val="dk1"/>
              </a:buClr>
              <a:buSzPts val="1300"/>
              <a:buFont typeface="Quattrocento Sans"/>
              <a:buNone/>
              <a:defRPr sz="1300" b="0" i="0" u="none" strike="noStrike" cap="none">
                <a:solidFill>
                  <a:schemeClr val="dk1"/>
                </a:solidFill>
                <a:latin typeface="Quattrocento Sans"/>
                <a:ea typeface="Quattrocento Sans"/>
                <a:cs typeface="Quattrocento Sans"/>
                <a:sym typeface="Quattrocento Sans"/>
              </a:defRPr>
            </a:lvl4pPr>
            <a:lvl5pPr marL="0" marR="0" lvl="4" indent="0" algn="r" rtl="0">
              <a:lnSpc>
                <a:spcPct val="100000"/>
              </a:lnSpc>
              <a:spcBef>
                <a:spcPts val="0"/>
              </a:spcBef>
              <a:spcAft>
                <a:spcPts val="0"/>
              </a:spcAft>
              <a:buClr>
                <a:schemeClr val="dk1"/>
              </a:buClr>
              <a:buSzPts val="1300"/>
              <a:buFont typeface="Quattrocento Sans"/>
              <a:buNone/>
              <a:defRPr sz="1300" b="0" i="0" u="none" strike="noStrike" cap="none">
                <a:solidFill>
                  <a:schemeClr val="dk1"/>
                </a:solidFill>
                <a:latin typeface="Quattrocento Sans"/>
                <a:ea typeface="Quattrocento Sans"/>
                <a:cs typeface="Quattrocento Sans"/>
                <a:sym typeface="Quattrocento Sans"/>
              </a:defRPr>
            </a:lvl5pPr>
            <a:lvl6pPr marL="0" marR="0" lvl="5" indent="0" algn="r" rtl="0">
              <a:lnSpc>
                <a:spcPct val="100000"/>
              </a:lnSpc>
              <a:spcBef>
                <a:spcPts val="0"/>
              </a:spcBef>
              <a:spcAft>
                <a:spcPts val="0"/>
              </a:spcAft>
              <a:buClr>
                <a:schemeClr val="dk1"/>
              </a:buClr>
              <a:buSzPts val="1300"/>
              <a:buFont typeface="Quattrocento Sans"/>
              <a:buNone/>
              <a:defRPr sz="1300" b="0" i="0" u="none" strike="noStrike" cap="none">
                <a:solidFill>
                  <a:schemeClr val="dk1"/>
                </a:solidFill>
                <a:latin typeface="Quattrocento Sans"/>
                <a:ea typeface="Quattrocento Sans"/>
                <a:cs typeface="Quattrocento Sans"/>
                <a:sym typeface="Quattrocento Sans"/>
              </a:defRPr>
            </a:lvl6pPr>
            <a:lvl7pPr marL="0" marR="0" lvl="6" indent="0" algn="r" rtl="0">
              <a:lnSpc>
                <a:spcPct val="100000"/>
              </a:lnSpc>
              <a:spcBef>
                <a:spcPts val="0"/>
              </a:spcBef>
              <a:spcAft>
                <a:spcPts val="0"/>
              </a:spcAft>
              <a:buClr>
                <a:schemeClr val="dk1"/>
              </a:buClr>
              <a:buSzPts val="1300"/>
              <a:buFont typeface="Quattrocento Sans"/>
              <a:buNone/>
              <a:defRPr sz="1300" b="0" i="0" u="none" strike="noStrike" cap="none">
                <a:solidFill>
                  <a:schemeClr val="dk1"/>
                </a:solidFill>
                <a:latin typeface="Quattrocento Sans"/>
                <a:ea typeface="Quattrocento Sans"/>
                <a:cs typeface="Quattrocento Sans"/>
                <a:sym typeface="Quattrocento Sans"/>
              </a:defRPr>
            </a:lvl7pPr>
            <a:lvl8pPr marL="0" marR="0" lvl="7" indent="0" algn="r" rtl="0">
              <a:lnSpc>
                <a:spcPct val="100000"/>
              </a:lnSpc>
              <a:spcBef>
                <a:spcPts val="0"/>
              </a:spcBef>
              <a:spcAft>
                <a:spcPts val="0"/>
              </a:spcAft>
              <a:buClr>
                <a:schemeClr val="dk1"/>
              </a:buClr>
              <a:buSzPts val="1300"/>
              <a:buFont typeface="Quattrocento Sans"/>
              <a:buNone/>
              <a:defRPr sz="1300" b="0" i="0" u="none" strike="noStrike" cap="none">
                <a:solidFill>
                  <a:schemeClr val="dk1"/>
                </a:solidFill>
                <a:latin typeface="Quattrocento Sans"/>
                <a:ea typeface="Quattrocento Sans"/>
                <a:cs typeface="Quattrocento Sans"/>
                <a:sym typeface="Quattrocento Sans"/>
              </a:defRPr>
            </a:lvl8pPr>
            <a:lvl9pPr marL="0" marR="0" lvl="8" indent="0" algn="r" rtl="0">
              <a:lnSpc>
                <a:spcPct val="100000"/>
              </a:lnSpc>
              <a:spcBef>
                <a:spcPts val="0"/>
              </a:spcBef>
              <a:spcAft>
                <a:spcPts val="0"/>
              </a:spcAft>
              <a:buClr>
                <a:schemeClr val="dk1"/>
              </a:buClr>
              <a:buSzPts val="1300"/>
              <a:buFont typeface="Quattrocento Sans"/>
              <a:buNone/>
              <a:defRPr sz="1300" b="0" i="0" u="none" strike="noStrike" cap="none">
                <a:solidFill>
                  <a:schemeClr val="dk1"/>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Title - Top">
  <p:cSld name="Title - Top">
    <p:spTree>
      <p:nvGrpSpPr>
        <p:cNvPr id="1" name="Shape 580"/>
        <p:cNvGrpSpPr/>
        <p:nvPr/>
      </p:nvGrpSpPr>
      <p:grpSpPr>
        <a:xfrm>
          <a:off x="0" y="0"/>
          <a:ext cx="0" cy="0"/>
          <a:chOff x="0" y="0"/>
          <a:chExt cx="0" cy="0"/>
        </a:xfrm>
      </p:grpSpPr>
      <p:sp>
        <p:nvSpPr>
          <p:cNvPr id="581" name="Google Shape;581;p94"/>
          <p:cNvSpPr txBox="1">
            <a:spLocks noGrp="1"/>
          </p:cNvSpPr>
          <p:nvPr>
            <p:ph type="title"/>
          </p:nvPr>
        </p:nvSpPr>
        <p:spPr>
          <a:xfrm>
            <a:off x="517627" y="478631"/>
            <a:ext cx="8123100" cy="431100"/>
          </a:xfrm>
          <a:prstGeom prst="rect">
            <a:avLst/>
          </a:prstGeom>
          <a:noFill/>
          <a:ln>
            <a:noFill/>
          </a:ln>
        </p:spPr>
        <p:txBody>
          <a:bodyPr spcFirstLastPara="1" wrap="square" lIns="19050" tIns="19050" rIns="19050" bIns="19050" anchor="t" anchorCtr="0">
            <a:noAutofit/>
          </a:bodyPr>
          <a:lstStyle>
            <a:lvl1pPr lvl="0" algn="l" rtl="0">
              <a:lnSpc>
                <a:spcPct val="100000"/>
              </a:lnSpc>
              <a:spcBef>
                <a:spcPts val="0"/>
              </a:spcBef>
              <a:spcAft>
                <a:spcPts val="0"/>
              </a:spcAft>
              <a:buClr>
                <a:srgbClr val="323E48"/>
              </a:buClr>
              <a:buSzPts val="1000"/>
              <a:buNone/>
              <a:defRPr/>
            </a:lvl1pPr>
            <a:lvl2pPr lvl="1" algn="l" rtl="0">
              <a:lnSpc>
                <a:spcPct val="100000"/>
              </a:lnSpc>
              <a:spcBef>
                <a:spcPts val="0"/>
              </a:spcBef>
              <a:spcAft>
                <a:spcPts val="0"/>
              </a:spcAft>
              <a:buClr>
                <a:srgbClr val="323E48"/>
              </a:buClr>
              <a:buSzPts val="1000"/>
              <a:buNone/>
              <a:defRPr/>
            </a:lvl2pPr>
            <a:lvl3pPr lvl="2" algn="l" rtl="0">
              <a:lnSpc>
                <a:spcPct val="100000"/>
              </a:lnSpc>
              <a:spcBef>
                <a:spcPts val="0"/>
              </a:spcBef>
              <a:spcAft>
                <a:spcPts val="0"/>
              </a:spcAft>
              <a:buClr>
                <a:srgbClr val="323E48"/>
              </a:buClr>
              <a:buSzPts val="1000"/>
              <a:buNone/>
              <a:defRPr/>
            </a:lvl3pPr>
            <a:lvl4pPr lvl="3" algn="l" rtl="0">
              <a:lnSpc>
                <a:spcPct val="100000"/>
              </a:lnSpc>
              <a:spcBef>
                <a:spcPts val="0"/>
              </a:spcBef>
              <a:spcAft>
                <a:spcPts val="0"/>
              </a:spcAft>
              <a:buClr>
                <a:srgbClr val="323E48"/>
              </a:buClr>
              <a:buSzPts val="1000"/>
              <a:buNone/>
              <a:defRPr/>
            </a:lvl4pPr>
            <a:lvl5pPr lvl="4" algn="l" rtl="0">
              <a:lnSpc>
                <a:spcPct val="100000"/>
              </a:lnSpc>
              <a:spcBef>
                <a:spcPts val="0"/>
              </a:spcBef>
              <a:spcAft>
                <a:spcPts val="0"/>
              </a:spcAft>
              <a:buClr>
                <a:srgbClr val="323E48"/>
              </a:buClr>
              <a:buSzPts val="1000"/>
              <a:buNone/>
              <a:defRPr/>
            </a:lvl5pPr>
            <a:lvl6pPr lvl="5" algn="l" rtl="0">
              <a:lnSpc>
                <a:spcPct val="100000"/>
              </a:lnSpc>
              <a:spcBef>
                <a:spcPts val="0"/>
              </a:spcBef>
              <a:spcAft>
                <a:spcPts val="0"/>
              </a:spcAft>
              <a:buClr>
                <a:srgbClr val="323E48"/>
              </a:buClr>
              <a:buSzPts val="1000"/>
              <a:buNone/>
              <a:defRPr/>
            </a:lvl6pPr>
            <a:lvl7pPr lvl="6" algn="l" rtl="0">
              <a:lnSpc>
                <a:spcPct val="100000"/>
              </a:lnSpc>
              <a:spcBef>
                <a:spcPts val="0"/>
              </a:spcBef>
              <a:spcAft>
                <a:spcPts val="0"/>
              </a:spcAft>
              <a:buClr>
                <a:srgbClr val="323E48"/>
              </a:buClr>
              <a:buSzPts val="1000"/>
              <a:buNone/>
              <a:defRPr/>
            </a:lvl7pPr>
            <a:lvl8pPr lvl="7" algn="l" rtl="0">
              <a:lnSpc>
                <a:spcPct val="100000"/>
              </a:lnSpc>
              <a:spcBef>
                <a:spcPts val="0"/>
              </a:spcBef>
              <a:spcAft>
                <a:spcPts val="0"/>
              </a:spcAft>
              <a:buClr>
                <a:srgbClr val="323E48"/>
              </a:buClr>
              <a:buSzPts val="1000"/>
              <a:buNone/>
              <a:defRPr/>
            </a:lvl8pPr>
            <a:lvl9pPr lvl="8" algn="l" rtl="0">
              <a:lnSpc>
                <a:spcPct val="100000"/>
              </a:lnSpc>
              <a:spcBef>
                <a:spcPts val="0"/>
              </a:spcBef>
              <a:spcAft>
                <a:spcPts val="0"/>
              </a:spcAft>
              <a:buClr>
                <a:srgbClr val="323E48"/>
              </a:buClr>
              <a:buSzPts val="1000"/>
              <a:buNone/>
              <a:defRPr/>
            </a:lvl9pPr>
          </a:lstStyle>
          <a:p>
            <a:endParaRPr/>
          </a:p>
        </p:txBody>
      </p:sp>
      <p:sp>
        <p:nvSpPr>
          <p:cNvPr id="582" name="Google Shape;582;p94"/>
          <p:cNvSpPr/>
          <p:nvPr/>
        </p:nvSpPr>
        <p:spPr>
          <a:xfrm rot="-8100000">
            <a:off x="-88061" y="610511"/>
            <a:ext cx="176944" cy="176944"/>
          </a:xfrm>
          <a:custGeom>
            <a:avLst/>
            <a:gdLst/>
            <a:ahLst/>
            <a:cxnLst/>
            <a:rect l="l" t="t" r="r" b="b"/>
            <a:pathLst>
              <a:path w="21600" h="21600" extrusionOk="0">
                <a:moveTo>
                  <a:pt x="0" y="0"/>
                </a:moveTo>
                <a:lnTo>
                  <a:pt x="0" y="21600"/>
                </a:lnTo>
                <a:lnTo>
                  <a:pt x="21600" y="21600"/>
                </a:lnTo>
                <a:close/>
              </a:path>
            </a:pathLst>
          </a:custGeom>
          <a:solidFill>
            <a:srgbClr val="EC7700"/>
          </a:solidFill>
          <a:ln>
            <a:noFill/>
          </a:ln>
        </p:spPr>
        <p:txBody>
          <a:bodyPr spcFirstLastPara="1" wrap="square" lIns="25700" tIns="25700" rIns="25700" bIns="25700" anchor="ctr" anchorCtr="0">
            <a:noAutofit/>
          </a:bodyPr>
          <a:lstStyle/>
          <a:p>
            <a:pPr marL="0" marR="0" lvl="0" indent="0" algn="l" rtl="0">
              <a:lnSpc>
                <a:spcPct val="100000"/>
              </a:lnSpc>
              <a:spcBef>
                <a:spcPts val="0"/>
              </a:spcBef>
              <a:spcAft>
                <a:spcPts val="0"/>
              </a:spcAft>
              <a:buClr>
                <a:srgbClr val="2D3A41"/>
              </a:buClr>
              <a:buSzPts val="2000"/>
              <a:buFont typeface="Helvetica Neue"/>
              <a:buNone/>
            </a:pPr>
            <a:endParaRPr sz="2000" b="0" i="0" u="none" strike="noStrike" cap="none">
              <a:solidFill>
                <a:srgbClr val="323E48"/>
              </a:solidFill>
              <a:latin typeface="Arial"/>
              <a:ea typeface="Arial"/>
              <a:cs typeface="Arial"/>
              <a:sym typeface="Arial"/>
            </a:endParaRPr>
          </a:p>
        </p:txBody>
      </p:sp>
      <p:pic>
        <p:nvPicPr>
          <p:cNvPr id="583" name="Google Shape;583;p94" descr="WANdisco_logo_transparent_S.png"/>
          <p:cNvPicPr preferRelativeResize="0"/>
          <p:nvPr/>
        </p:nvPicPr>
        <p:blipFill rotWithShape="1">
          <a:blip r:embed="rId2">
            <a:alphaModFix/>
          </a:blip>
          <a:srcRect/>
          <a:stretch/>
        </p:blipFill>
        <p:spPr>
          <a:xfrm>
            <a:off x="7641238" y="4787377"/>
            <a:ext cx="1013012" cy="108055"/>
          </a:xfrm>
          <a:prstGeom prst="rect">
            <a:avLst/>
          </a:prstGeom>
          <a:noFill/>
          <a:ln>
            <a:noFill/>
          </a:ln>
        </p:spPr>
      </p:pic>
      <p:sp>
        <p:nvSpPr>
          <p:cNvPr id="584" name="Google Shape;584;p94"/>
          <p:cNvSpPr txBox="1"/>
          <p:nvPr/>
        </p:nvSpPr>
        <p:spPr>
          <a:xfrm>
            <a:off x="516800" y="4798975"/>
            <a:ext cx="2006700" cy="138000"/>
          </a:xfrm>
          <a:prstGeom prst="rect">
            <a:avLst/>
          </a:prstGeom>
          <a:noFill/>
          <a:ln>
            <a:noFill/>
          </a:ln>
        </p:spPr>
        <p:txBody>
          <a:bodyPr spcFirstLastPara="1" wrap="square" lIns="19050" tIns="19050" rIns="19050" bIns="19050" anchor="t" anchorCtr="0">
            <a:noAutofit/>
          </a:bodyPr>
          <a:lstStyle/>
          <a:p>
            <a:pPr marL="0" marR="0" lvl="0" indent="0" algn="l" rtl="0">
              <a:lnSpc>
                <a:spcPct val="100000"/>
              </a:lnSpc>
              <a:spcBef>
                <a:spcPts val="0"/>
              </a:spcBef>
              <a:spcAft>
                <a:spcPts val="0"/>
              </a:spcAft>
              <a:buClr>
                <a:srgbClr val="5D676F"/>
              </a:buClr>
              <a:buSzPts val="700"/>
              <a:buFont typeface="Arial"/>
              <a:buNone/>
            </a:pPr>
            <a:r>
              <a:rPr lang="en-US" sz="700" b="0" i="0" u="none" strike="noStrike" cap="none">
                <a:solidFill>
                  <a:srgbClr val="5D676F"/>
                </a:solidFill>
                <a:latin typeface="Arial"/>
                <a:ea typeface="Arial"/>
                <a:cs typeface="Arial"/>
                <a:sym typeface="Arial"/>
              </a:rPr>
              <a:t>© 2020 WANdisco PLC. All rights reserved.</a:t>
            </a:r>
            <a:endParaRPr sz="800" b="0" i="0" u="none" strike="noStrike" cap="non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3" Type="http://schemas.openxmlformats.org/officeDocument/2006/relationships/slideLayout" Target="../slideLayouts/slideLayout30.xml"/><Relationship Id="rId21" Type="http://schemas.openxmlformats.org/officeDocument/2006/relationships/theme" Target="../theme/theme2.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image" Target="../media/image17.png"/><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image" Target="../media/image1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345737" y="273845"/>
            <a:ext cx="8444975" cy="744141"/>
          </a:xfrm>
          <a:prstGeom prst="rect">
            <a:avLst/>
          </a:prstGeom>
          <a:noFill/>
          <a:ln>
            <a:noFill/>
          </a:ln>
        </p:spPr>
        <p:txBody>
          <a:bodyPr spcFirstLastPara="1" wrap="square" lIns="0" tIns="45700" rIns="0" bIns="45700" anchor="ctr" anchorCtr="0">
            <a:noAutofit/>
          </a:bodyPr>
          <a:lstStyle>
            <a:lvl1pPr marR="0" lvl="0" algn="l" rtl="0">
              <a:lnSpc>
                <a:spcPct val="90000"/>
              </a:lnSpc>
              <a:spcBef>
                <a:spcPts val="0"/>
              </a:spcBef>
              <a:spcAft>
                <a:spcPts val="0"/>
              </a:spcAft>
              <a:buClr>
                <a:schemeClr val="dk1"/>
              </a:buClr>
              <a:buSzPts val="3600"/>
              <a:buFont typeface="Barlow"/>
              <a:buNone/>
              <a:defRPr sz="3600" b="0" i="0" u="none" strike="noStrike" cap="none">
                <a:solidFill>
                  <a:schemeClr val="dk1"/>
                </a:solidFill>
                <a:latin typeface="Barlow"/>
                <a:ea typeface="Barlow"/>
                <a:cs typeface="Barlow"/>
                <a:sym typeface="Barlow"/>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345737" y="1189436"/>
            <a:ext cx="8444975" cy="3443288"/>
          </a:xfrm>
          <a:prstGeom prst="rect">
            <a:avLst/>
          </a:prstGeom>
          <a:noFill/>
          <a:ln>
            <a:noFill/>
          </a:ln>
        </p:spPr>
        <p:txBody>
          <a:bodyPr spcFirstLastPara="1" wrap="square" lIns="0" tIns="45700" rIns="0" bIns="45700" anchor="t" anchorCtr="0">
            <a:noAutofit/>
          </a:bodyPr>
          <a:lstStyle>
            <a:lvl1pPr marL="457200" marR="0" lvl="0" indent="-361950" algn="l" rtl="0">
              <a:lnSpc>
                <a:spcPct val="90000"/>
              </a:lnSpc>
              <a:spcBef>
                <a:spcPts val="750"/>
              </a:spcBef>
              <a:spcAft>
                <a:spcPts val="0"/>
              </a:spcAft>
              <a:buClr>
                <a:schemeClr val="accent2"/>
              </a:buClr>
              <a:buSzPts val="2100"/>
              <a:buFont typeface="Barlow"/>
              <a:buChar char="▪"/>
              <a:defRPr sz="2100" i="0" u="none" strike="noStrike" cap="none">
                <a:solidFill>
                  <a:srgbClr val="3A3838"/>
                </a:solidFill>
                <a:latin typeface="Barlow"/>
                <a:ea typeface="Barlow"/>
                <a:cs typeface="Barlow"/>
                <a:sym typeface="Barlow"/>
              </a:defRPr>
            </a:lvl1pPr>
            <a:lvl2pPr marL="914400" marR="0" lvl="1" indent="-342900" algn="l" rtl="0">
              <a:lnSpc>
                <a:spcPct val="90000"/>
              </a:lnSpc>
              <a:spcBef>
                <a:spcPts val="375"/>
              </a:spcBef>
              <a:spcAft>
                <a:spcPts val="0"/>
              </a:spcAft>
              <a:buClr>
                <a:schemeClr val="accent2"/>
              </a:buClr>
              <a:buSzPts val="1800"/>
              <a:buFont typeface="Barlow"/>
              <a:buChar char="▪"/>
              <a:defRPr sz="1800" i="0" u="none" strike="noStrike" cap="none">
                <a:solidFill>
                  <a:srgbClr val="3A3838"/>
                </a:solidFill>
                <a:latin typeface="Barlow"/>
                <a:ea typeface="Barlow"/>
                <a:cs typeface="Barlow"/>
                <a:sym typeface="Barlow"/>
              </a:defRPr>
            </a:lvl2pPr>
            <a:lvl3pPr marL="1371600" marR="0" lvl="2" indent="-323850" algn="l" rtl="0">
              <a:lnSpc>
                <a:spcPct val="90000"/>
              </a:lnSpc>
              <a:spcBef>
                <a:spcPts val="375"/>
              </a:spcBef>
              <a:spcAft>
                <a:spcPts val="0"/>
              </a:spcAft>
              <a:buClr>
                <a:schemeClr val="accent2"/>
              </a:buClr>
              <a:buSzPts val="1500"/>
              <a:buFont typeface="Barlow"/>
              <a:buChar char="▪"/>
              <a:defRPr sz="1500" i="0" u="none" strike="noStrike" cap="none">
                <a:solidFill>
                  <a:srgbClr val="3A3838"/>
                </a:solidFill>
                <a:latin typeface="Barlow"/>
                <a:ea typeface="Barlow"/>
                <a:cs typeface="Barlow"/>
                <a:sym typeface="Barlow"/>
              </a:defRPr>
            </a:lvl3pPr>
            <a:lvl4pPr marL="1828800" marR="0" lvl="3" indent="-311150" algn="l" rtl="0">
              <a:lnSpc>
                <a:spcPct val="90000"/>
              </a:lnSpc>
              <a:spcBef>
                <a:spcPts val="375"/>
              </a:spcBef>
              <a:spcAft>
                <a:spcPts val="0"/>
              </a:spcAft>
              <a:buClr>
                <a:schemeClr val="accent2"/>
              </a:buClr>
              <a:buSzPts val="1300"/>
              <a:buFont typeface="Barlow"/>
              <a:buChar char="▪"/>
              <a:defRPr sz="1300" i="0" u="none" strike="noStrike" cap="none">
                <a:solidFill>
                  <a:srgbClr val="3A3838"/>
                </a:solidFill>
                <a:latin typeface="Barlow"/>
                <a:ea typeface="Barlow"/>
                <a:cs typeface="Barlow"/>
                <a:sym typeface="Barlow"/>
              </a:defRPr>
            </a:lvl4pPr>
            <a:lvl5pPr marL="2286000" marR="0" lvl="4" indent="-298450" algn="l" rtl="0">
              <a:lnSpc>
                <a:spcPct val="90000"/>
              </a:lnSpc>
              <a:spcBef>
                <a:spcPts val="375"/>
              </a:spcBef>
              <a:spcAft>
                <a:spcPts val="0"/>
              </a:spcAft>
              <a:buClr>
                <a:schemeClr val="accent2"/>
              </a:buClr>
              <a:buSzPts val="1100"/>
              <a:buFont typeface="Barlow"/>
              <a:buChar char="▪"/>
              <a:defRPr sz="1100" i="0" u="none" strike="noStrike" cap="none">
                <a:solidFill>
                  <a:srgbClr val="3A3838"/>
                </a:solidFill>
                <a:latin typeface="Barlow"/>
                <a:ea typeface="Barlow"/>
                <a:cs typeface="Barlow"/>
                <a:sym typeface="Barlow"/>
              </a:defRPr>
            </a:lvl5pPr>
            <a:lvl6pPr marL="2743200" marR="0" lvl="5" indent="-298450" algn="l" rtl="0">
              <a:lnSpc>
                <a:spcPct val="90000"/>
              </a:lnSpc>
              <a:spcBef>
                <a:spcPts val="375"/>
              </a:spcBef>
              <a:spcAft>
                <a:spcPts val="0"/>
              </a:spcAft>
              <a:buClr>
                <a:schemeClr val="accent2"/>
              </a:buClr>
              <a:buSzPts val="1100"/>
              <a:buFont typeface="Barlow"/>
              <a:buChar char="▪"/>
              <a:defRPr sz="1100" i="0" u="none" strike="noStrike" cap="none">
                <a:solidFill>
                  <a:schemeClr val="dk1"/>
                </a:solidFill>
                <a:latin typeface="Barlow"/>
                <a:ea typeface="Barlow"/>
                <a:cs typeface="Barlow"/>
                <a:sym typeface="Barlow"/>
              </a:defRPr>
            </a:lvl6pPr>
            <a:lvl7pPr marL="3200400" marR="0" lvl="6" indent="-298450" algn="l" rtl="0">
              <a:lnSpc>
                <a:spcPct val="90000"/>
              </a:lnSpc>
              <a:spcBef>
                <a:spcPts val="375"/>
              </a:spcBef>
              <a:spcAft>
                <a:spcPts val="0"/>
              </a:spcAft>
              <a:buClr>
                <a:schemeClr val="accent2"/>
              </a:buClr>
              <a:buSzPts val="1100"/>
              <a:buFont typeface="Barlow"/>
              <a:buChar char="▪"/>
              <a:defRPr sz="1100" i="0" u="none" strike="noStrike" cap="none">
                <a:solidFill>
                  <a:schemeClr val="dk1"/>
                </a:solidFill>
                <a:latin typeface="Barlow"/>
                <a:ea typeface="Barlow"/>
                <a:cs typeface="Barlow"/>
                <a:sym typeface="Barlow"/>
              </a:defRPr>
            </a:lvl7pPr>
            <a:lvl8pPr marL="3657600" marR="0" lvl="7" indent="-298450" algn="l" rtl="0">
              <a:lnSpc>
                <a:spcPct val="90000"/>
              </a:lnSpc>
              <a:spcBef>
                <a:spcPts val="375"/>
              </a:spcBef>
              <a:spcAft>
                <a:spcPts val="0"/>
              </a:spcAft>
              <a:buClr>
                <a:schemeClr val="accent2"/>
              </a:buClr>
              <a:buSzPts val="1100"/>
              <a:buFont typeface="Barlow"/>
              <a:buChar char="▪"/>
              <a:defRPr sz="1100" i="0" u="none" strike="noStrike" cap="none">
                <a:solidFill>
                  <a:schemeClr val="dk1"/>
                </a:solidFill>
                <a:latin typeface="Barlow"/>
                <a:ea typeface="Barlow"/>
                <a:cs typeface="Barlow"/>
                <a:sym typeface="Barlow"/>
              </a:defRPr>
            </a:lvl8pPr>
            <a:lvl9pPr marL="4114800" marR="0" lvl="8" indent="-298450" algn="l" rtl="0">
              <a:lnSpc>
                <a:spcPct val="90000"/>
              </a:lnSpc>
              <a:spcBef>
                <a:spcPts val="375"/>
              </a:spcBef>
              <a:spcAft>
                <a:spcPts val="0"/>
              </a:spcAft>
              <a:buClr>
                <a:schemeClr val="accent2"/>
              </a:buClr>
              <a:buSzPts val="1100"/>
              <a:buFont typeface="Barlow"/>
              <a:buChar char="▪"/>
              <a:defRPr sz="1100" i="0" u="none" strike="noStrike" cap="none">
                <a:solidFill>
                  <a:schemeClr val="dk1"/>
                </a:solidFill>
                <a:latin typeface="Barlow"/>
                <a:ea typeface="Barlow"/>
                <a:cs typeface="Barlow"/>
                <a:sym typeface="Barlow"/>
              </a:defRPr>
            </a:lvl9pPr>
          </a:lstStyle>
          <a:p>
            <a:endParaRPr/>
          </a:p>
        </p:txBody>
      </p:sp>
      <p:pic>
        <p:nvPicPr>
          <p:cNvPr id="12" name="Google Shape;12;p1"/>
          <p:cNvPicPr preferRelativeResize="0"/>
          <p:nvPr/>
        </p:nvPicPr>
        <p:blipFill rotWithShape="1">
          <a:blip r:embed="rId29">
            <a:alphaModFix/>
          </a:blip>
          <a:srcRect/>
          <a:stretch/>
        </p:blipFill>
        <p:spPr>
          <a:xfrm>
            <a:off x="345736" y="4761293"/>
            <a:ext cx="1019018" cy="15872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transition>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442"/>
        <p:cNvGrpSpPr/>
        <p:nvPr/>
      </p:nvGrpSpPr>
      <p:grpSpPr>
        <a:xfrm>
          <a:off x="0" y="0"/>
          <a:ext cx="0" cy="0"/>
          <a:chOff x="0" y="0"/>
          <a:chExt cx="0" cy="0"/>
        </a:xfrm>
      </p:grpSpPr>
      <p:sp>
        <p:nvSpPr>
          <p:cNvPr id="443" name="Google Shape;443;p68"/>
          <p:cNvSpPr txBox="1">
            <a:spLocks noGrp="1"/>
          </p:cNvSpPr>
          <p:nvPr>
            <p:ph type="title"/>
          </p:nvPr>
        </p:nvSpPr>
        <p:spPr>
          <a:xfrm>
            <a:off x="341999" y="417275"/>
            <a:ext cx="7140600" cy="610500"/>
          </a:xfrm>
          <a:prstGeom prst="rect">
            <a:avLst/>
          </a:prstGeom>
          <a:noFill/>
          <a:ln>
            <a:noFill/>
          </a:ln>
        </p:spPr>
        <p:txBody>
          <a:bodyPr spcFirstLastPara="1" wrap="square" lIns="0" tIns="67225" rIns="107575" bIns="67225" anchor="t" anchorCtr="0">
            <a:noAutofit/>
          </a:bodyPr>
          <a:lstStyle>
            <a:lvl1pPr marR="0" lvl="0" algn="l" rtl="0">
              <a:lnSpc>
                <a:spcPct val="90000"/>
              </a:lnSpc>
              <a:spcBef>
                <a:spcPts val="0"/>
              </a:spcBef>
              <a:spcAft>
                <a:spcPts val="0"/>
              </a:spcAft>
              <a:buClr>
                <a:schemeClr val="dk1"/>
              </a:buClr>
              <a:buSzPts val="2100"/>
              <a:buFont typeface="Quattrocento Sans"/>
              <a:buNone/>
              <a:defRPr sz="2100" b="0" i="0" u="none" strike="noStrike" cap="none">
                <a:solidFill>
                  <a:schemeClr val="dk1"/>
                </a:solidFill>
                <a:latin typeface="Quattrocento Sans"/>
                <a:ea typeface="Quattrocento Sans"/>
                <a:cs typeface="Quattrocento Sans"/>
                <a:sym typeface="Quattrocento Sans"/>
              </a:defRPr>
            </a:lvl1pPr>
            <a:lvl2pPr lvl="1" rtl="0">
              <a:spcBef>
                <a:spcPts val="0"/>
              </a:spcBef>
              <a:spcAft>
                <a:spcPts val="0"/>
              </a:spcAft>
              <a:buSzPts val="1000"/>
              <a:buNone/>
              <a:defRPr sz="1300"/>
            </a:lvl2pPr>
            <a:lvl3pPr lvl="2" rtl="0">
              <a:spcBef>
                <a:spcPts val="0"/>
              </a:spcBef>
              <a:spcAft>
                <a:spcPts val="0"/>
              </a:spcAft>
              <a:buSzPts val="1000"/>
              <a:buNone/>
              <a:defRPr sz="1300"/>
            </a:lvl3pPr>
            <a:lvl4pPr lvl="3" rtl="0">
              <a:spcBef>
                <a:spcPts val="0"/>
              </a:spcBef>
              <a:spcAft>
                <a:spcPts val="0"/>
              </a:spcAft>
              <a:buSzPts val="1000"/>
              <a:buNone/>
              <a:defRPr sz="1300"/>
            </a:lvl4pPr>
            <a:lvl5pPr lvl="4" rtl="0">
              <a:spcBef>
                <a:spcPts val="0"/>
              </a:spcBef>
              <a:spcAft>
                <a:spcPts val="0"/>
              </a:spcAft>
              <a:buSzPts val="1000"/>
              <a:buNone/>
              <a:defRPr sz="1300"/>
            </a:lvl5pPr>
            <a:lvl6pPr lvl="5" rtl="0">
              <a:spcBef>
                <a:spcPts val="0"/>
              </a:spcBef>
              <a:spcAft>
                <a:spcPts val="0"/>
              </a:spcAft>
              <a:buSzPts val="1000"/>
              <a:buNone/>
              <a:defRPr sz="1300"/>
            </a:lvl6pPr>
            <a:lvl7pPr lvl="6" rtl="0">
              <a:spcBef>
                <a:spcPts val="0"/>
              </a:spcBef>
              <a:spcAft>
                <a:spcPts val="0"/>
              </a:spcAft>
              <a:buSzPts val="1000"/>
              <a:buNone/>
              <a:defRPr sz="1300"/>
            </a:lvl7pPr>
            <a:lvl8pPr lvl="7" rtl="0">
              <a:spcBef>
                <a:spcPts val="0"/>
              </a:spcBef>
              <a:spcAft>
                <a:spcPts val="0"/>
              </a:spcAft>
              <a:buSzPts val="1000"/>
              <a:buNone/>
              <a:defRPr sz="1300"/>
            </a:lvl8pPr>
            <a:lvl9pPr lvl="8" rtl="0">
              <a:spcBef>
                <a:spcPts val="0"/>
              </a:spcBef>
              <a:spcAft>
                <a:spcPts val="0"/>
              </a:spcAft>
              <a:buSzPts val="1000"/>
              <a:buNone/>
              <a:defRPr sz="1300"/>
            </a:lvl9pPr>
          </a:lstStyle>
          <a:p>
            <a:endParaRPr/>
          </a:p>
        </p:txBody>
      </p:sp>
      <p:sp>
        <p:nvSpPr>
          <p:cNvPr id="444" name="Google Shape;444;p68"/>
          <p:cNvSpPr txBox="1">
            <a:spLocks noGrp="1"/>
          </p:cNvSpPr>
          <p:nvPr>
            <p:ph type="body" idx="1"/>
          </p:nvPr>
        </p:nvSpPr>
        <p:spPr>
          <a:xfrm>
            <a:off x="341995" y="1363169"/>
            <a:ext cx="8479800" cy="1742700"/>
          </a:xfrm>
          <a:prstGeom prst="rect">
            <a:avLst/>
          </a:prstGeom>
          <a:noFill/>
          <a:ln>
            <a:noFill/>
          </a:ln>
        </p:spPr>
        <p:txBody>
          <a:bodyPr spcFirstLastPara="1" wrap="square" lIns="0" tIns="67225" rIns="107575" bIns="67225" anchor="t" anchorCtr="0">
            <a:noAutofit/>
          </a:bodyPr>
          <a:lstStyle>
            <a:lvl1pPr marL="457200" marR="0" lvl="0" indent="-228600" algn="l" rtl="0">
              <a:lnSpc>
                <a:spcPct val="100000"/>
              </a:lnSpc>
              <a:spcBef>
                <a:spcPts val="0"/>
              </a:spcBef>
              <a:spcAft>
                <a:spcPts val="0"/>
              </a:spcAft>
              <a:buClr>
                <a:schemeClr val="dk1"/>
              </a:buClr>
              <a:buSzPts val="1600"/>
              <a:buFont typeface="Noto Sans Symbols"/>
              <a:buNone/>
              <a:defRPr sz="1800" b="0" i="0" u="none" strike="noStrike" cap="none">
                <a:solidFill>
                  <a:schemeClr val="dk1"/>
                </a:solidFill>
                <a:latin typeface="Quattrocento Sans"/>
                <a:ea typeface="Quattrocento Sans"/>
                <a:cs typeface="Quattrocento Sans"/>
                <a:sym typeface="Quattrocento Sans"/>
              </a:defRPr>
            </a:lvl1pPr>
            <a:lvl2pPr marL="914400" marR="0" lvl="1" indent="-228600" algn="l" rtl="0">
              <a:lnSpc>
                <a:spcPct val="100000"/>
              </a:lnSpc>
              <a:spcBef>
                <a:spcPts val="0"/>
              </a:spcBef>
              <a:spcAft>
                <a:spcPts val="0"/>
              </a:spcAft>
              <a:buClr>
                <a:schemeClr val="dk1"/>
              </a:buClr>
              <a:buSzPts val="1300"/>
              <a:buFont typeface="Noto Sans Symbols"/>
              <a:buNone/>
              <a:defRPr sz="1500" b="0" i="0" u="none" strike="noStrike" cap="none">
                <a:solidFill>
                  <a:schemeClr val="dk1"/>
                </a:solidFill>
                <a:latin typeface="Quattrocento Sans"/>
                <a:ea typeface="Quattrocento Sans"/>
                <a:cs typeface="Quattrocento Sans"/>
                <a:sym typeface="Quattrocento Sans"/>
              </a:defRPr>
            </a:lvl2pPr>
            <a:lvl3pPr marL="1371600" marR="0" lvl="2" indent="-228600" algn="l" rtl="0">
              <a:lnSpc>
                <a:spcPct val="100000"/>
              </a:lnSpc>
              <a:spcBef>
                <a:spcPts val="0"/>
              </a:spcBef>
              <a:spcAft>
                <a:spcPts val="0"/>
              </a:spcAft>
              <a:buClr>
                <a:schemeClr val="dk2"/>
              </a:buClr>
              <a:buSzPts val="1200"/>
              <a:buFont typeface="Noto Sans Symbols"/>
              <a:buNone/>
              <a:defRPr sz="1300" b="0" i="0" u="none" strike="noStrike" cap="none">
                <a:solidFill>
                  <a:schemeClr val="dk2"/>
                </a:solidFill>
                <a:latin typeface="Quattrocento Sans"/>
                <a:ea typeface="Quattrocento Sans"/>
                <a:cs typeface="Quattrocento Sans"/>
                <a:sym typeface="Quattrocento Sans"/>
              </a:defRPr>
            </a:lvl3pPr>
            <a:lvl4pPr marL="1828800" marR="0" lvl="3" indent="-228600" algn="l" rtl="0">
              <a:lnSpc>
                <a:spcPct val="100000"/>
              </a:lnSpc>
              <a:spcBef>
                <a:spcPts val="0"/>
              </a:spcBef>
              <a:spcAft>
                <a:spcPts val="0"/>
              </a:spcAft>
              <a:buClr>
                <a:schemeClr val="dk1"/>
              </a:buClr>
              <a:buSzPts val="1200"/>
              <a:buFont typeface="Noto Sans Symbols"/>
              <a:buNone/>
              <a:defRPr sz="1300" b="0" i="0" u="none" strike="noStrike" cap="none">
                <a:solidFill>
                  <a:schemeClr val="dk1"/>
                </a:solidFill>
                <a:latin typeface="Quattrocento Sans"/>
                <a:ea typeface="Quattrocento Sans"/>
                <a:cs typeface="Quattrocento Sans"/>
                <a:sym typeface="Quattrocento Sans"/>
              </a:defRPr>
            </a:lvl4pPr>
            <a:lvl5pPr marL="2286000" marR="0" lvl="4" indent="-228600" algn="l" rtl="0">
              <a:lnSpc>
                <a:spcPct val="100000"/>
              </a:lnSpc>
              <a:spcBef>
                <a:spcPts val="0"/>
              </a:spcBef>
              <a:spcAft>
                <a:spcPts val="0"/>
              </a:spcAft>
              <a:buClr>
                <a:schemeClr val="dk1"/>
              </a:buClr>
              <a:buSzPts val="800"/>
              <a:buFont typeface="Noto Sans Symbols"/>
              <a:buNone/>
              <a:defRPr sz="900" b="1" i="0" u="none" strike="noStrike" cap="none">
                <a:solidFill>
                  <a:schemeClr val="dk1"/>
                </a:solidFill>
                <a:latin typeface="Quattrocento Sans"/>
                <a:ea typeface="Quattrocento Sans"/>
                <a:cs typeface="Quattrocento Sans"/>
                <a:sym typeface="Quattrocento Sans"/>
              </a:defRPr>
            </a:lvl5pPr>
            <a:lvl6pPr marL="2743200" marR="0" lvl="5" indent="-228600" algn="l" rtl="0">
              <a:spcBef>
                <a:spcPts val="300"/>
              </a:spcBef>
              <a:spcAft>
                <a:spcPts val="0"/>
              </a:spcAft>
              <a:buClr>
                <a:schemeClr val="dk1"/>
              </a:buClr>
              <a:buSzPts val="1500"/>
              <a:buFont typeface="Arial"/>
              <a:buNone/>
              <a:defRPr sz="1500" b="0" i="0" u="none" strike="noStrike" cap="none">
                <a:solidFill>
                  <a:schemeClr val="dk1"/>
                </a:solidFill>
                <a:latin typeface="Quattrocento Sans"/>
                <a:ea typeface="Quattrocento Sans"/>
                <a:cs typeface="Quattrocento Sans"/>
                <a:sym typeface="Quattrocento Sans"/>
              </a:defRPr>
            </a:lvl6pPr>
            <a:lvl7pPr marL="3200400" marR="0" lvl="6" indent="-228600" algn="l" rtl="0">
              <a:lnSpc>
                <a:spcPct val="100000"/>
              </a:lnSpc>
              <a:spcBef>
                <a:spcPts val="0"/>
              </a:spcBef>
              <a:spcAft>
                <a:spcPts val="0"/>
              </a:spcAft>
              <a:buClr>
                <a:schemeClr val="dk1"/>
              </a:buClr>
              <a:buSzPts val="900"/>
              <a:buFont typeface="Arial"/>
              <a:buNone/>
              <a:defRPr sz="900" b="0" i="0" u="none" strike="noStrike" cap="none">
                <a:solidFill>
                  <a:schemeClr val="dk1"/>
                </a:solidFill>
                <a:latin typeface="Quattrocento Sans"/>
                <a:ea typeface="Quattrocento Sans"/>
                <a:cs typeface="Quattrocento Sans"/>
                <a:sym typeface="Quattrocento Sans"/>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9pPr>
          </a:lstStyle>
          <a:p>
            <a:endParaRPr/>
          </a:p>
        </p:txBody>
      </p:sp>
      <p:pic>
        <p:nvPicPr>
          <p:cNvPr id="445" name="Google Shape;445;p68"/>
          <p:cNvPicPr preferRelativeResize="0"/>
          <p:nvPr/>
        </p:nvPicPr>
        <p:blipFill rotWithShape="1">
          <a:blip r:embed="rId22">
            <a:alphaModFix/>
          </a:blip>
          <a:srcRect/>
          <a:stretch/>
        </p:blipFill>
        <p:spPr>
          <a:xfrm rot="5400000">
            <a:off x="7074572" y="2131179"/>
            <a:ext cx="5131725" cy="873583"/>
          </a:xfrm>
          <a:prstGeom prst="rect">
            <a:avLst/>
          </a:prstGeom>
          <a:noFill/>
          <a:ln>
            <a:noFill/>
          </a:ln>
        </p:spPr>
      </p:pic>
      <p:pic>
        <p:nvPicPr>
          <p:cNvPr id="446" name="Google Shape;446;p68"/>
          <p:cNvPicPr preferRelativeResize="0"/>
          <p:nvPr/>
        </p:nvPicPr>
        <p:blipFill rotWithShape="1">
          <a:blip r:embed="rId23">
            <a:alphaModFix/>
          </a:blip>
          <a:srcRect/>
          <a:stretch/>
        </p:blipFill>
        <p:spPr>
          <a:xfrm rot="5400000">
            <a:off x="7913160" y="2258926"/>
            <a:ext cx="5143234" cy="62491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1" r:id="rId17"/>
    <p:sldLayoutId id="2147483735" r:id="rId18"/>
    <p:sldLayoutId id="2147483736" r:id="rId19"/>
    <p:sldLayoutId id="2147483738" r:id="rId20"/>
  </p:sldLayoutIdLst>
  <p:transition>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992">
          <p15:clr>
            <a:srgbClr val="C35EA4"/>
          </p15:clr>
        </p15:guide>
        <p15:guide id="2" pos="1123">
          <p15:clr>
            <a:srgbClr val="C35EA4"/>
          </p15:clr>
        </p15:guide>
        <p15:guide id="3" pos="1927">
          <p15:clr>
            <a:srgbClr val="C35EA4"/>
          </p15:clr>
        </p15:guide>
        <p15:guide id="4" pos="2033">
          <p15:clr>
            <a:srgbClr val="C35EA4"/>
          </p15:clr>
        </p15:guide>
        <p15:guide id="5" pos="2834">
          <p15:clr>
            <a:srgbClr val="C35EA4"/>
          </p15:clr>
        </p15:guide>
        <p15:guide id="6" pos="2943">
          <p15:clr>
            <a:srgbClr val="C35EA4"/>
          </p15:clr>
        </p15:guide>
        <p15:guide id="7" pos="3737">
          <p15:clr>
            <a:srgbClr val="C35EA4"/>
          </p15:clr>
        </p15:guide>
        <p15:guide id="8" pos="3845">
          <p15:clr>
            <a:srgbClr val="C35EA4"/>
          </p15:clr>
        </p15:guide>
        <p15:guide id="9" pos="4649">
          <p15:clr>
            <a:srgbClr val="C35EA4"/>
          </p15:clr>
        </p15:guide>
        <p15:guide id="10" pos="4756">
          <p15:clr>
            <a:srgbClr val="C35EA4"/>
          </p15:clr>
        </p15:guide>
        <p15:guide id="11" pos="215">
          <p15:clr>
            <a:srgbClr val="F26B43"/>
          </p15:clr>
        </p15:guide>
        <p15:guide id="12" pos="5562">
          <p15:clr>
            <a:srgbClr val="F26B43"/>
          </p15:clr>
        </p15:guide>
        <p15:guide id="13" orient="horz" pos="552">
          <p15:clr>
            <a:srgbClr val="5ACBF0"/>
          </p15:clr>
        </p15:guide>
        <p15:guide id="14" orient="horz" pos="1020">
          <p15:clr>
            <a:srgbClr val="5ACBF0"/>
          </p15:clr>
        </p15:guide>
        <p15:guide id="15" orient="horz" pos="445">
          <p15:clr>
            <a:srgbClr val="5ACBF0"/>
          </p15:clr>
        </p15:guide>
        <p15:guide id="16" orient="horz" pos="1113">
          <p15:clr>
            <a:srgbClr val="5ACBF0"/>
          </p15:clr>
        </p15:guide>
        <p15:guide id="17" orient="horz" pos="1566">
          <p15:clr>
            <a:srgbClr val="5ACBF0"/>
          </p15:clr>
        </p15:guide>
        <p15:guide id="18" orient="horz" pos="1691">
          <p15:clr>
            <a:srgbClr val="5ACBF0"/>
          </p15:clr>
        </p15:guide>
        <p15:guide id="19" orient="horz" pos="208">
          <p15:clr>
            <a:srgbClr val="F26B43"/>
          </p15:clr>
        </p15:guide>
        <p15:guide id="20" orient="horz" pos="3030">
          <p15:clr>
            <a:srgbClr val="F26B43"/>
          </p15:clr>
        </p15:guide>
        <p15:guide id="21" orient="horz" pos="2126">
          <p15:clr>
            <a:srgbClr val="5ACBF0"/>
          </p15:clr>
        </p15:guide>
        <p15:guide id="22" orient="horz" pos="2220">
          <p15:clr>
            <a:srgbClr val="5ACBF0"/>
          </p15:clr>
        </p15:guide>
        <p15:guide id="23" orient="horz" pos="2679">
          <p15:clr>
            <a:srgbClr val="5ACBF0"/>
          </p15:clr>
        </p15:guide>
        <p15:guide id="24" orient="horz" pos="2767">
          <p15:clr>
            <a:srgbClr val="5ACBF0"/>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46.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_rels/slide2.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44.xml"/><Relationship Id="rId6" Type="http://schemas.openxmlformats.org/officeDocument/2006/relationships/image" Target="../media/image37.pn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118"/>
          <p:cNvSpPr/>
          <p:nvPr/>
        </p:nvSpPr>
        <p:spPr>
          <a:xfrm>
            <a:off x="3273120" y="4045335"/>
            <a:ext cx="1150500" cy="732300"/>
          </a:xfrm>
          <a:prstGeom prst="snip2SameRect">
            <a:avLst>
              <a:gd name="adj1" fmla="val 50000"/>
              <a:gd name="adj2" fmla="val 3683"/>
            </a:avLst>
          </a:prstGeom>
          <a:noFill/>
          <a:ln w="19050" cap="flat" cmpd="sng">
            <a:solidFill>
              <a:srgbClr val="9999A2"/>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p118"/>
          <p:cNvSpPr/>
          <p:nvPr/>
        </p:nvSpPr>
        <p:spPr>
          <a:xfrm>
            <a:off x="1489567" y="834391"/>
            <a:ext cx="1548600" cy="4115100"/>
          </a:xfrm>
          <a:prstGeom prst="rect">
            <a:avLst/>
          </a:prstGeom>
          <a:solidFill>
            <a:srgbClr val="F2F2F2">
              <a:alpha val="49020"/>
            </a:srgbClr>
          </a:solidFill>
          <a:ln>
            <a:noFill/>
          </a:ln>
        </p:spPr>
        <p:txBody>
          <a:bodyPr spcFirstLastPara="1" wrap="square" lIns="137125" tIns="109700" rIns="137125" bIns="10970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0078D7"/>
                </a:solidFill>
                <a:latin typeface="Quattrocento Sans"/>
                <a:ea typeface="Quattrocento Sans"/>
                <a:cs typeface="Quattrocento Sans"/>
                <a:sym typeface="Quattrocento Sans"/>
              </a:rPr>
              <a:t>Ingest</a:t>
            </a:r>
            <a:endParaRPr sz="1000" b="0" i="0" u="none" strike="noStrike" cap="none">
              <a:solidFill>
                <a:srgbClr val="000000"/>
              </a:solidFill>
              <a:latin typeface="Arial"/>
              <a:ea typeface="Arial"/>
              <a:cs typeface="Arial"/>
              <a:sym typeface="Arial"/>
            </a:endParaRPr>
          </a:p>
        </p:txBody>
      </p:sp>
      <p:pic>
        <p:nvPicPr>
          <p:cNvPr id="943" name="Google Shape;943;p118"/>
          <p:cNvPicPr preferRelativeResize="0"/>
          <p:nvPr/>
        </p:nvPicPr>
        <p:blipFill rotWithShape="1">
          <a:blip r:embed="rId3">
            <a:alphaModFix/>
          </a:blip>
          <a:srcRect/>
          <a:stretch/>
        </p:blipFill>
        <p:spPr>
          <a:xfrm>
            <a:off x="2100977" y="2410642"/>
            <a:ext cx="315149" cy="322153"/>
          </a:xfrm>
          <a:prstGeom prst="rect">
            <a:avLst/>
          </a:prstGeom>
          <a:noFill/>
          <a:ln>
            <a:noFill/>
          </a:ln>
        </p:spPr>
      </p:pic>
      <p:sp>
        <p:nvSpPr>
          <p:cNvPr id="944" name="Google Shape;944;p118"/>
          <p:cNvSpPr/>
          <p:nvPr/>
        </p:nvSpPr>
        <p:spPr>
          <a:xfrm>
            <a:off x="6561416" y="3251431"/>
            <a:ext cx="2359800" cy="1698000"/>
          </a:xfrm>
          <a:prstGeom prst="rect">
            <a:avLst/>
          </a:prstGeom>
          <a:solidFill>
            <a:srgbClr val="F2F2F2">
              <a:alpha val="49020"/>
            </a:srgbClr>
          </a:solidFill>
          <a:ln>
            <a:noFill/>
          </a:ln>
        </p:spPr>
        <p:txBody>
          <a:bodyPr spcFirstLastPara="1" wrap="square" lIns="137125" tIns="109700" rIns="137125" bIns="109700" anchor="t"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78D7"/>
              </a:solidFill>
              <a:latin typeface="Quattrocento Sans"/>
              <a:ea typeface="Quattrocento Sans"/>
              <a:cs typeface="Quattrocento Sans"/>
              <a:sym typeface="Quattrocento Sans"/>
            </a:endParaRPr>
          </a:p>
        </p:txBody>
      </p:sp>
      <p:sp>
        <p:nvSpPr>
          <p:cNvPr id="945" name="Google Shape;945;p118"/>
          <p:cNvSpPr/>
          <p:nvPr/>
        </p:nvSpPr>
        <p:spPr>
          <a:xfrm>
            <a:off x="6561416" y="834390"/>
            <a:ext cx="2359800" cy="2337900"/>
          </a:xfrm>
          <a:prstGeom prst="rect">
            <a:avLst/>
          </a:prstGeom>
          <a:solidFill>
            <a:srgbClr val="F2F2F2">
              <a:alpha val="49020"/>
            </a:srgbClr>
          </a:solidFill>
          <a:ln>
            <a:noFill/>
          </a:ln>
        </p:spPr>
        <p:txBody>
          <a:bodyPr spcFirstLastPara="1" wrap="square" lIns="137125" tIns="109700" rIns="137125" bIns="10970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0078D7"/>
                </a:solidFill>
                <a:latin typeface="Quattrocento Sans"/>
                <a:ea typeface="Quattrocento Sans"/>
                <a:cs typeface="Quattrocento Sans"/>
                <a:sym typeface="Quattrocento Sans"/>
              </a:rPr>
              <a:t>Serve</a:t>
            </a:r>
            <a:endParaRPr sz="1000" b="0" i="0" u="none" strike="noStrike" cap="none">
              <a:solidFill>
                <a:srgbClr val="000000"/>
              </a:solidFill>
              <a:latin typeface="Arial"/>
              <a:ea typeface="Arial"/>
              <a:cs typeface="Arial"/>
              <a:sym typeface="Arial"/>
            </a:endParaRPr>
          </a:p>
        </p:txBody>
      </p:sp>
      <p:sp>
        <p:nvSpPr>
          <p:cNvPr id="946" name="Google Shape;946;p118"/>
          <p:cNvSpPr/>
          <p:nvPr/>
        </p:nvSpPr>
        <p:spPr>
          <a:xfrm>
            <a:off x="3078657" y="834391"/>
            <a:ext cx="1548600" cy="4115100"/>
          </a:xfrm>
          <a:prstGeom prst="rect">
            <a:avLst/>
          </a:prstGeom>
          <a:solidFill>
            <a:srgbClr val="F2F2F2">
              <a:alpha val="49020"/>
            </a:srgbClr>
          </a:solidFill>
          <a:ln>
            <a:noFill/>
          </a:ln>
        </p:spPr>
        <p:txBody>
          <a:bodyPr spcFirstLastPara="1" wrap="square" lIns="137125" tIns="109700" rIns="137125" bIns="10970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0078D7"/>
                </a:solidFill>
                <a:latin typeface="Quattrocento Sans"/>
                <a:ea typeface="Quattrocento Sans"/>
                <a:cs typeface="Quattrocento Sans"/>
                <a:sym typeface="Quattrocento Sans"/>
              </a:rPr>
              <a:t>Store</a:t>
            </a:r>
            <a:endParaRPr sz="1000" b="0" i="0" u="none" strike="noStrike" cap="none">
              <a:solidFill>
                <a:srgbClr val="000000"/>
              </a:solidFill>
              <a:latin typeface="Arial"/>
              <a:ea typeface="Arial"/>
              <a:cs typeface="Arial"/>
              <a:sym typeface="Arial"/>
            </a:endParaRPr>
          </a:p>
        </p:txBody>
      </p:sp>
      <p:sp>
        <p:nvSpPr>
          <p:cNvPr id="947" name="Google Shape;947;p118"/>
          <p:cNvSpPr/>
          <p:nvPr/>
        </p:nvSpPr>
        <p:spPr>
          <a:xfrm>
            <a:off x="4685092" y="834391"/>
            <a:ext cx="1820400" cy="4115100"/>
          </a:xfrm>
          <a:prstGeom prst="rect">
            <a:avLst/>
          </a:prstGeom>
          <a:solidFill>
            <a:srgbClr val="F2F2F2">
              <a:alpha val="49020"/>
            </a:srgbClr>
          </a:solidFill>
          <a:ln>
            <a:noFill/>
          </a:ln>
        </p:spPr>
        <p:txBody>
          <a:bodyPr spcFirstLastPara="1" wrap="square" lIns="137125" tIns="109700" rIns="137125" bIns="10970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0078D7"/>
                </a:solidFill>
                <a:latin typeface="Quattrocento Sans"/>
                <a:ea typeface="Quattrocento Sans"/>
                <a:cs typeface="Quattrocento Sans"/>
                <a:sym typeface="Quattrocento Sans"/>
              </a:rPr>
              <a:t>Prep and Train</a:t>
            </a:r>
            <a:endParaRPr sz="1000" b="0" i="0" u="none" strike="noStrike" cap="none">
              <a:solidFill>
                <a:srgbClr val="000000"/>
              </a:solidFill>
              <a:latin typeface="Arial"/>
              <a:ea typeface="Arial"/>
              <a:cs typeface="Arial"/>
              <a:sym typeface="Arial"/>
            </a:endParaRPr>
          </a:p>
        </p:txBody>
      </p:sp>
      <p:sp>
        <p:nvSpPr>
          <p:cNvPr id="948" name="Google Shape;948;p118"/>
          <p:cNvSpPr/>
          <p:nvPr/>
        </p:nvSpPr>
        <p:spPr>
          <a:xfrm>
            <a:off x="3118681" y="3436948"/>
            <a:ext cx="1434600" cy="198900"/>
          </a:xfrm>
          <a:prstGeom prst="rect">
            <a:avLst/>
          </a:prstGeom>
          <a:noFill/>
          <a:ln>
            <a:noFill/>
          </a:ln>
        </p:spPr>
        <p:txBody>
          <a:bodyPr spcFirstLastPara="1" wrap="square" lIns="67225" tIns="33600" rIns="67225" bIns="336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Quattrocento Sans"/>
                <a:ea typeface="Quattrocento Sans"/>
                <a:cs typeface="Quattrocento Sans"/>
                <a:sym typeface="Quattrocento Sans"/>
              </a:rPr>
              <a:t>Azure Data Lake Storage</a:t>
            </a:r>
            <a:endParaRPr sz="1000" b="0" i="0" u="none" strike="noStrike" cap="none">
              <a:solidFill>
                <a:srgbClr val="000000"/>
              </a:solidFill>
              <a:latin typeface="Arial"/>
              <a:ea typeface="Arial"/>
              <a:cs typeface="Arial"/>
              <a:sym typeface="Arial"/>
            </a:endParaRPr>
          </a:p>
        </p:txBody>
      </p:sp>
      <p:sp>
        <p:nvSpPr>
          <p:cNvPr id="949" name="Google Shape;949;p118"/>
          <p:cNvSpPr txBox="1"/>
          <p:nvPr/>
        </p:nvSpPr>
        <p:spPr>
          <a:xfrm>
            <a:off x="166575" y="2506403"/>
            <a:ext cx="1061400" cy="196200"/>
          </a:xfrm>
          <a:prstGeom prst="rect">
            <a:avLst/>
          </a:prstGeom>
          <a:noFill/>
          <a:ln>
            <a:noFill/>
          </a:ln>
        </p:spPr>
        <p:txBody>
          <a:bodyPr spcFirstLastPara="1" wrap="square" lIns="67225" tIns="33600" rIns="67225" bIns="336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Quattrocento Sans"/>
                <a:ea typeface="Quattrocento Sans"/>
                <a:cs typeface="Quattrocento Sans"/>
                <a:sym typeface="Quattrocento Sans"/>
              </a:rPr>
              <a:t>Logs (unstructured)</a:t>
            </a:r>
            <a:endParaRPr sz="1000" b="0" i="0" u="none" strike="noStrike" cap="none">
              <a:solidFill>
                <a:srgbClr val="000000"/>
              </a:solidFill>
              <a:latin typeface="Arial"/>
              <a:ea typeface="Arial"/>
              <a:cs typeface="Arial"/>
              <a:sym typeface="Arial"/>
            </a:endParaRPr>
          </a:p>
        </p:txBody>
      </p:sp>
      <p:sp>
        <p:nvSpPr>
          <p:cNvPr id="950" name="Google Shape;950;p118"/>
          <p:cNvSpPr/>
          <p:nvPr/>
        </p:nvSpPr>
        <p:spPr>
          <a:xfrm>
            <a:off x="1752947" y="4053638"/>
            <a:ext cx="994500" cy="198900"/>
          </a:xfrm>
          <a:prstGeom prst="rect">
            <a:avLst/>
          </a:prstGeom>
          <a:noFill/>
          <a:ln>
            <a:noFill/>
          </a:ln>
        </p:spPr>
        <p:txBody>
          <a:bodyPr spcFirstLastPara="1" wrap="square" lIns="67225" tIns="33600" rIns="67225" bIns="336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Quattrocento Sans"/>
                <a:ea typeface="Quattrocento Sans"/>
                <a:cs typeface="Quattrocento Sans"/>
                <a:sym typeface="Quattrocento Sans"/>
              </a:rPr>
              <a:t>Azure Data Factory </a:t>
            </a:r>
            <a:endParaRPr sz="1000" b="0" i="0" u="none" strike="noStrike" cap="none">
              <a:solidFill>
                <a:srgbClr val="000000"/>
              </a:solidFill>
              <a:latin typeface="Arial"/>
              <a:ea typeface="Arial"/>
              <a:cs typeface="Arial"/>
              <a:sym typeface="Arial"/>
            </a:endParaRPr>
          </a:p>
        </p:txBody>
      </p:sp>
      <p:grpSp>
        <p:nvGrpSpPr>
          <p:cNvPr id="951" name="Google Shape;951;p118"/>
          <p:cNvGrpSpPr/>
          <p:nvPr/>
        </p:nvGrpSpPr>
        <p:grpSpPr>
          <a:xfrm>
            <a:off x="2076487" y="3693147"/>
            <a:ext cx="317439" cy="312514"/>
            <a:chOff x="5279190" y="5401430"/>
            <a:chExt cx="1101836" cy="1106637"/>
          </a:xfrm>
        </p:grpSpPr>
        <p:sp>
          <p:nvSpPr>
            <p:cNvPr id="952" name="Google Shape;952;p118"/>
            <p:cNvSpPr/>
            <p:nvPr/>
          </p:nvSpPr>
          <p:spPr>
            <a:xfrm>
              <a:off x="5279191" y="5499596"/>
              <a:ext cx="1101835" cy="1008471"/>
            </a:xfrm>
            <a:custGeom>
              <a:avLst/>
              <a:gdLst/>
              <a:ahLst/>
              <a:cxnLst/>
              <a:rect l="l" t="t" r="r" b="b"/>
              <a:pathLst>
                <a:path w="1101835" h="1008471" extrusionOk="0">
                  <a:moveTo>
                    <a:pt x="489041" y="0"/>
                  </a:moveTo>
                  <a:lnTo>
                    <a:pt x="490307" y="551557"/>
                  </a:lnTo>
                  <a:lnTo>
                    <a:pt x="796071" y="284445"/>
                  </a:lnTo>
                  <a:lnTo>
                    <a:pt x="796071" y="551557"/>
                  </a:lnTo>
                  <a:lnTo>
                    <a:pt x="1101835" y="284445"/>
                  </a:lnTo>
                  <a:lnTo>
                    <a:pt x="1101835" y="1008471"/>
                  </a:lnTo>
                  <a:lnTo>
                    <a:pt x="0" y="1008471"/>
                  </a:lnTo>
                  <a:cubicBezTo>
                    <a:pt x="422" y="672314"/>
                    <a:pt x="843" y="336157"/>
                    <a:pt x="1265" y="0"/>
                  </a:cubicBezTo>
                </a:path>
              </a:pathLst>
            </a:custGeom>
            <a:noFill/>
            <a:ln w="19050" cap="flat" cmpd="sng">
              <a:solidFill>
                <a:srgbClr val="7A7A87"/>
              </a:solidFill>
              <a:prstDash val="solid"/>
              <a:miter lim="800000"/>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1" i="0" u="none" strike="noStrike" cap="none">
                <a:solidFill>
                  <a:srgbClr val="505050"/>
                </a:solidFill>
                <a:latin typeface="Quattrocento Sans"/>
                <a:ea typeface="Quattrocento Sans"/>
                <a:cs typeface="Quattrocento Sans"/>
                <a:sym typeface="Quattrocento Sans"/>
              </a:endParaRPr>
            </a:p>
          </p:txBody>
        </p:sp>
        <p:sp>
          <p:nvSpPr>
            <p:cNvPr id="953" name="Google Shape;953;p118"/>
            <p:cNvSpPr/>
            <p:nvPr/>
          </p:nvSpPr>
          <p:spPr>
            <a:xfrm>
              <a:off x="5708249" y="6208019"/>
              <a:ext cx="122821" cy="122820"/>
            </a:xfrm>
            <a:custGeom>
              <a:avLst/>
              <a:gdLst/>
              <a:ahLst/>
              <a:cxnLst/>
              <a:rect l="l" t="t" r="r" b="b"/>
              <a:pathLst>
                <a:path w="122821" h="122820" extrusionOk="0">
                  <a:moveTo>
                    <a:pt x="0" y="0"/>
                  </a:moveTo>
                  <a:lnTo>
                    <a:pt x="122821" y="0"/>
                  </a:lnTo>
                  <a:lnTo>
                    <a:pt x="122821" y="122820"/>
                  </a:lnTo>
                  <a:lnTo>
                    <a:pt x="0" y="122820"/>
                  </a:lnTo>
                  <a:lnTo>
                    <a:pt x="0" y="0"/>
                  </a:lnTo>
                  <a:close/>
                </a:path>
              </a:pathLst>
            </a:custGeom>
            <a:noFill/>
            <a:ln w="19050" cap="flat" cmpd="sng">
              <a:solidFill>
                <a:srgbClr val="7A7A87"/>
              </a:solidFill>
              <a:prstDash val="solid"/>
              <a:miter lim="800000"/>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1" i="0" u="none" strike="noStrike" cap="none">
                <a:solidFill>
                  <a:srgbClr val="505050"/>
                </a:solidFill>
                <a:latin typeface="Quattrocento Sans"/>
                <a:ea typeface="Quattrocento Sans"/>
                <a:cs typeface="Quattrocento Sans"/>
                <a:sym typeface="Quattrocento Sans"/>
              </a:endParaRPr>
            </a:p>
          </p:txBody>
        </p:sp>
        <p:sp>
          <p:nvSpPr>
            <p:cNvPr id="954" name="Google Shape;954;p118"/>
            <p:cNvSpPr/>
            <p:nvPr/>
          </p:nvSpPr>
          <p:spPr>
            <a:xfrm>
              <a:off x="5921817" y="6208019"/>
              <a:ext cx="122821" cy="122820"/>
            </a:xfrm>
            <a:custGeom>
              <a:avLst/>
              <a:gdLst/>
              <a:ahLst/>
              <a:cxnLst/>
              <a:rect l="l" t="t" r="r" b="b"/>
              <a:pathLst>
                <a:path w="122821" h="122820" extrusionOk="0">
                  <a:moveTo>
                    <a:pt x="0" y="0"/>
                  </a:moveTo>
                  <a:lnTo>
                    <a:pt x="122821" y="0"/>
                  </a:lnTo>
                  <a:lnTo>
                    <a:pt x="122821" y="122820"/>
                  </a:lnTo>
                  <a:lnTo>
                    <a:pt x="0" y="122820"/>
                  </a:lnTo>
                  <a:lnTo>
                    <a:pt x="0" y="0"/>
                  </a:lnTo>
                  <a:close/>
                </a:path>
              </a:pathLst>
            </a:custGeom>
            <a:noFill/>
            <a:ln w="19050" cap="flat" cmpd="sng">
              <a:solidFill>
                <a:srgbClr val="7A7A87"/>
              </a:solidFill>
              <a:prstDash val="solid"/>
              <a:miter lim="800000"/>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1" i="0" u="none" strike="noStrike" cap="none">
                <a:solidFill>
                  <a:srgbClr val="505050"/>
                </a:solidFill>
                <a:latin typeface="Quattrocento Sans"/>
                <a:ea typeface="Quattrocento Sans"/>
                <a:cs typeface="Quattrocento Sans"/>
                <a:sym typeface="Quattrocento Sans"/>
              </a:endParaRPr>
            </a:p>
          </p:txBody>
        </p:sp>
        <p:sp>
          <p:nvSpPr>
            <p:cNvPr id="955" name="Google Shape;955;p118"/>
            <p:cNvSpPr/>
            <p:nvPr/>
          </p:nvSpPr>
          <p:spPr>
            <a:xfrm>
              <a:off x="6135385" y="6208019"/>
              <a:ext cx="122821" cy="122820"/>
            </a:xfrm>
            <a:custGeom>
              <a:avLst/>
              <a:gdLst/>
              <a:ahLst/>
              <a:cxnLst/>
              <a:rect l="l" t="t" r="r" b="b"/>
              <a:pathLst>
                <a:path w="122821" h="122820" extrusionOk="0">
                  <a:moveTo>
                    <a:pt x="0" y="0"/>
                  </a:moveTo>
                  <a:lnTo>
                    <a:pt x="122821" y="0"/>
                  </a:lnTo>
                  <a:lnTo>
                    <a:pt x="122821" y="122820"/>
                  </a:lnTo>
                  <a:lnTo>
                    <a:pt x="0" y="122820"/>
                  </a:lnTo>
                  <a:lnTo>
                    <a:pt x="0" y="0"/>
                  </a:lnTo>
                  <a:close/>
                </a:path>
              </a:pathLst>
            </a:custGeom>
            <a:noFill/>
            <a:ln w="19050" cap="flat" cmpd="sng">
              <a:solidFill>
                <a:srgbClr val="7A7A87"/>
              </a:solidFill>
              <a:prstDash val="solid"/>
              <a:miter lim="800000"/>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1" i="0" u="none" strike="noStrike" cap="none">
                <a:solidFill>
                  <a:srgbClr val="505050"/>
                </a:solidFill>
                <a:latin typeface="Quattrocento Sans"/>
                <a:ea typeface="Quattrocento Sans"/>
                <a:cs typeface="Quattrocento Sans"/>
                <a:sym typeface="Quattrocento Sans"/>
              </a:endParaRPr>
            </a:p>
          </p:txBody>
        </p:sp>
        <p:sp>
          <p:nvSpPr>
            <p:cNvPr id="956" name="Google Shape;956;p118"/>
            <p:cNvSpPr/>
            <p:nvPr/>
          </p:nvSpPr>
          <p:spPr>
            <a:xfrm>
              <a:off x="5279190" y="5401430"/>
              <a:ext cx="488907" cy="201776"/>
            </a:xfrm>
            <a:custGeom>
              <a:avLst/>
              <a:gdLst/>
              <a:ahLst/>
              <a:cxnLst/>
              <a:rect l="l" t="t" r="r" b="b"/>
              <a:pathLst>
                <a:path w="492602" h="201776" extrusionOk="0">
                  <a:moveTo>
                    <a:pt x="246301" y="0"/>
                  </a:moveTo>
                  <a:cubicBezTo>
                    <a:pt x="382329" y="0"/>
                    <a:pt x="492602" y="45169"/>
                    <a:pt x="492602" y="100888"/>
                  </a:cubicBezTo>
                  <a:cubicBezTo>
                    <a:pt x="492602" y="156607"/>
                    <a:pt x="382329" y="201776"/>
                    <a:pt x="246301" y="201776"/>
                  </a:cubicBezTo>
                  <a:cubicBezTo>
                    <a:pt x="110273" y="201776"/>
                    <a:pt x="0" y="156607"/>
                    <a:pt x="0" y="100888"/>
                  </a:cubicBezTo>
                  <a:cubicBezTo>
                    <a:pt x="0" y="45169"/>
                    <a:pt x="110273" y="0"/>
                    <a:pt x="246301" y="0"/>
                  </a:cubicBezTo>
                  <a:close/>
                </a:path>
              </a:pathLst>
            </a:custGeom>
            <a:noFill/>
            <a:ln w="19050" cap="flat" cmpd="sng">
              <a:solidFill>
                <a:srgbClr val="7A7A87"/>
              </a:solidFill>
              <a:prstDash val="solid"/>
              <a:miter lim="800000"/>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1" i="0" u="none" strike="noStrike" cap="none">
                <a:solidFill>
                  <a:srgbClr val="505050"/>
                </a:solidFill>
                <a:latin typeface="Quattrocento Sans"/>
                <a:ea typeface="Quattrocento Sans"/>
                <a:cs typeface="Quattrocento Sans"/>
                <a:sym typeface="Quattrocento Sans"/>
              </a:endParaRPr>
            </a:p>
          </p:txBody>
        </p:sp>
      </p:grpSp>
      <p:cxnSp>
        <p:nvCxnSpPr>
          <p:cNvPr id="957" name="Google Shape;957;p118"/>
          <p:cNvCxnSpPr/>
          <p:nvPr/>
        </p:nvCxnSpPr>
        <p:spPr>
          <a:xfrm>
            <a:off x="1308671" y="3839899"/>
            <a:ext cx="601500" cy="0"/>
          </a:xfrm>
          <a:prstGeom prst="straightConnector1">
            <a:avLst/>
          </a:prstGeom>
          <a:noFill/>
          <a:ln w="19050" cap="flat" cmpd="sng">
            <a:solidFill>
              <a:srgbClr val="9999A2"/>
            </a:solidFill>
            <a:prstDash val="dash"/>
            <a:round/>
            <a:headEnd type="none" w="sm" len="sm"/>
            <a:tailEnd type="triangle" w="med" len="med"/>
          </a:ln>
        </p:spPr>
      </p:cxnSp>
      <p:sp>
        <p:nvSpPr>
          <p:cNvPr id="958" name="Google Shape;958;p118"/>
          <p:cNvSpPr/>
          <p:nvPr/>
        </p:nvSpPr>
        <p:spPr>
          <a:xfrm>
            <a:off x="1209347" y="2190637"/>
            <a:ext cx="99300" cy="2744700"/>
          </a:xfrm>
          <a:prstGeom prst="rightBracket">
            <a:avLst>
              <a:gd name="adj" fmla="val 8333"/>
            </a:avLst>
          </a:prstGeom>
          <a:noFill/>
          <a:ln w="1270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505050"/>
              </a:solidFill>
              <a:latin typeface="Quattrocento Sans"/>
              <a:ea typeface="Quattrocento Sans"/>
              <a:cs typeface="Quattrocento Sans"/>
              <a:sym typeface="Quattrocento Sans"/>
            </a:endParaRPr>
          </a:p>
        </p:txBody>
      </p:sp>
      <p:sp>
        <p:nvSpPr>
          <p:cNvPr id="959" name="Google Shape;959;p118"/>
          <p:cNvSpPr/>
          <p:nvPr/>
        </p:nvSpPr>
        <p:spPr>
          <a:xfrm>
            <a:off x="4973783" y="2926470"/>
            <a:ext cx="1142700" cy="2106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rgbClr val="000000"/>
                </a:solidFill>
                <a:latin typeface="Quattrocento Sans"/>
                <a:ea typeface="Quattrocento Sans"/>
                <a:cs typeface="Quattrocento Sans"/>
                <a:sym typeface="Quattrocento Sans"/>
              </a:rPr>
              <a:t>Azure Databricks</a:t>
            </a:r>
            <a:endParaRPr sz="1000" b="0" i="0" u="none" strike="noStrike" cap="none">
              <a:solidFill>
                <a:srgbClr val="000000"/>
              </a:solidFill>
              <a:latin typeface="Arial"/>
              <a:ea typeface="Arial"/>
              <a:cs typeface="Arial"/>
              <a:sym typeface="Arial"/>
            </a:endParaRPr>
          </a:p>
        </p:txBody>
      </p:sp>
      <p:sp>
        <p:nvSpPr>
          <p:cNvPr id="960" name="Google Shape;960;p118"/>
          <p:cNvSpPr txBox="1"/>
          <p:nvPr/>
        </p:nvSpPr>
        <p:spPr>
          <a:xfrm>
            <a:off x="107042" y="3166076"/>
            <a:ext cx="1171500" cy="196200"/>
          </a:xfrm>
          <a:prstGeom prst="rect">
            <a:avLst/>
          </a:prstGeom>
          <a:noFill/>
          <a:ln>
            <a:noFill/>
          </a:ln>
        </p:spPr>
        <p:txBody>
          <a:bodyPr spcFirstLastPara="1" wrap="square" lIns="67225" tIns="33600" rIns="67225" bIns="336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Quattrocento Sans"/>
                <a:ea typeface="Quattrocento Sans"/>
                <a:cs typeface="Quattrocento Sans"/>
                <a:sym typeface="Quattrocento Sans"/>
              </a:rPr>
              <a:t>Media (unstructured)</a:t>
            </a:r>
            <a:endParaRPr sz="1000" b="0" i="0" u="none" strike="noStrike" cap="none">
              <a:solidFill>
                <a:srgbClr val="000000"/>
              </a:solidFill>
              <a:latin typeface="Arial"/>
              <a:ea typeface="Arial"/>
              <a:cs typeface="Arial"/>
              <a:sym typeface="Arial"/>
            </a:endParaRPr>
          </a:p>
        </p:txBody>
      </p:sp>
      <p:sp>
        <p:nvSpPr>
          <p:cNvPr id="961" name="Google Shape;961;p118"/>
          <p:cNvSpPr txBox="1"/>
          <p:nvPr/>
        </p:nvSpPr>
        <p:spPr>
          <a:xfrm>
            <a:off x="107767" y="3838173"/>
            <a:ext cx="1161900" cy="196200"/>
          </a:xfrm>
          <a:prstGeom prst="rect">
            <a:avLst/>
          </a:prstGeom>
          <a:noFill/>
          <a:ln>
            <a:noFill/>
          </a:ln>
        </p:spPr>
        <p:txBody>
          <a:bodyPr spcFirstLastPara="1" wrap="square" lIns="67225" tIns="33600" rIns="67225" bIns="336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Quattrocento Sans"/>
                <a:ea typeface="Quattrocento Sans"/>
                <a:cs typeface="Quattrocento Sans"/>
                <a:sym typeface="Quattrocento Sans"/>
              </a:rPr>
              <a:t>Files (unstructured)</a:t>
            </a:r>
            <a:endParaRPr sz="1000" b="0" i="0" u="none" strike="noStrike" cap="none">
              <a:solidFill>
                <a:srgbClr val="000000"/>
              </a:solidFill>
              <a:latin typeface="Arial"/>
              <a:ea typeface="Arial"/>
              <a:cs typeface="Arial"/>
              <a:sym typeface="Arial"/>
            </a:endParaRPr>
          </a:p>
        </p:txBody>
      </p:sp>
      <p:cxnSp>
        <p:nvCxnSpPr>
          <p:cNvPr id="962" name="Google Shape;962;p118"/>
          <p:cNvCxnSpPr/>
          <p:nvPr/>
        </p:nvCxnSpPr>
        <p:spPr>
          <a:xfrm>
            <a:off x="2638290" y="3856180"/>
            <a:ext cx="880800" cy="0"/>
          </a:xfrm>
          <a:prstGeom prst="straightConnector1">
            <a:avLst/>
          </a:prstGeom>
          <a:noFill/>
          <a:ln w="19050" cap="flat" cmpd="sng">
            <a:solidFill>
              <a:srgbClr val="9999A2"/>
            </a:solidFill>
            <a:prstDash val="dash"/>
            <a:round/>
            <a:headEnd type="none" w="sm" len="sm"/>
            <a:tailEnd type="triangle" w="med" len="med"/>
          </a:ln>
        </p:spPr>
      </p:cxnSp>
      <p:sp>
        <p:nvSpPr>
          <p:cNvPr id="963" name="Google Shape;963;p118"/>
          <p:cNvSpPr txBox="1"/>
          <p:nvPr/>
        </p:nvSpPr>
        <p:spPr>
          <a:xfrm>
            <a:off x="108739" y="4491951"/>
            <a:ext cx="1171500" cy="310200"/>
          </a:xfrm>
          <a:prstGeom prst="rect">
            <a:avLst/>
          </a:prstGeom>
          <a:noFill/>
          <a:ln>
            <a:noFill/>
          </a:ln>
        </p:spPr>
        <p:txBody>
          <a:bodyPr spcFirstLastPara="1" wrap="square" lIns="67225" tIns="33600" rIns="67225" bIns="336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Quattrocento Sans"/>
                <a:ea typeface="Quattrocento Sans"/>
                <a:cs typeface="Quattrocento Sans"/>
                <a:sym typeface="Quattrocento Sans"/>
              </a:rPr>
              <a:t>Business/custom apps</a:t>
            </a:r>
            <a:endParaRPr sz="10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Quattrocento Sans"/>
                <a:ea typeface="Quattrocento Sans"/>
                <a:cs typeface="Quattrocento Sans"/>
                <a:sym typeface="Quattrocento Sans"/>
              </a:rPr>
              <a:t>(structured)</a:t>
            </a:r>
            <a:endParaRPr sz="1000" b="0" i="0" u="none" strike="noStrike" cap="none">
              <a:solidFill>
                <a:srgbClr val="000000"/>
              </a:solidFill>
              <a:latin typeface="Arial"/>
              <a:ea typeface="Arial"/>
              <a:cs typeface="Arial"/>
              <a:sym typeface="Arial"/>
            </a:endParaRPr>
          </a:p>
        </p:txBody>
      </p:sp>
      <p:cxnSp>
        <p:nvCxnSpPr>
          <p:cNvPr id="964" name="Google Shape;964;p118"/>
          <p:cNvCxnSpPr/>
          <p:nvPr/>
        </p:nvCxnSpPr>
        <p:spPr>
          <a:xfrm>
            <a:off x="6117613" y="2601134"/>
            <a:ext cx="717300" cy="0"/>
          </a:xfrm>
          <a:prstGeom prst="straightConnector1">
            <a:avLst/>
          </a:prstGeom>
          <a:noFill/>
          <a:ln w="19050" cap="flat" cmpd="sng">
            <a:solidFill>
              <a:srgbClr val="9999A2"/>
            </a:solidFill>
            <a:prstDash val="dash"/>
            <a:round/>
            <a:headEnd type="none" w="sm" len="sm"/>
            <a:tailEnd type="triangle" w="med" len="med"/>
          </a:ln>
        </p:spPr>
      </p:cxnSp>
      <p:sp>
        <p:nvSpPr>
          <p:cNvPr id="965" name="Google Shape;965;p118"/>
          <p:cNvSpPr/>
          <p:nvPr/>
        </p:nvSpPr>
        <p:spPr>
          <a:xfrm>
            <a:off x="8100778" y="4111338"/>
            <a:ext cx="583500" cy="198900"/>
          </a:xfrm>
          <a:prstGeom prst="rect">
            <a:avLst/>
          </a:prstGeom>
          <a:noFill/>
          <a:ln>
            <a:noFill/>
          </a:ln>
        </p:spPr>
        <p:txBody>
          <a:bodyPr spcFirstLastPara="1" wrap="square" lIns="67225" tIns="33600" rIns="67225" bIns="336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Quattrocento Sans"/>
                <a:ea typeface="Quattrocento Sans"/>
                <a:cs typeface="Quattrocento Sans"/>
                <a:sym typeface="Quattrocento Sans"/>
              </a:rPr>
              <a:t>Power BI</a:t>
            </a:r>
            <a:endParaRPr sz="1000" b="0" i="0" u="none" strike="noStrike" cap="none">
              <a:solidFill>
                <a:srgbClr val="000000"/>
              </a:solidFill>
              <a:latin typeface="Arial"/>
              <a:ea typeface="Arial"/>
              <a:cs typeface="Arial"/>
              <a:sym typeface="Arial"/>
            </a:endParaRPr>
          </a:p>
        </p:txBody>
      </p:sp>
      <p:cxnSp>
        <p:nvCxnSpPr>
          <p:cNvPr id="966" name="Google Shape;966;p118"/>
          <p:cNvCxnSpPr/>
          <p:nvPr/>
        </p:nvCxnSpPr>
        <p:spPr>
          <a:xfrm>
            <a:off x="4208212" y="3886207"/>
            <a:ext cx="2808900" cy="7200"/>
          </a:xfrm>
          <a:prstGeom prst="straightConnector1">
            <a:avLst/>
          </a:prstGeom>
          <a:noFill/>
          <a:ln w="19050" cap="flat" cmpd="sng">
            <a:solidFill>
              <a:srgbClr val="9999A2"/>
            </a:solidFill>
            <a:prstDash val="dash"/>
            <a:round/>
            <a:headEnd type="triangle" w="med" len="med"/>
            <a:tailEnd type="triangle" w="med" len="med"/>
          </a:ln>
        </p:spPr>
      </p:cxnSp>
      <p:grpSp>
        <p:nvGrpSpPr>
          <p:cNvPr id="967" name="Google Shape;967;p118"/>
          <p:cNvGrpSpPr/>
          <p:nvPr/>
        </p:nvGrpSpPr>
        <p:grpSpPr>
          <a:xfrm>
            <a:off x="573733" y="3500669"/>
            <a:ext cx="234861" cy="321027"/>
            <a:chOff x="7264761" y="118465"/>
            <a:chExt cx="365202" cy="499109"/>
          </a:xfrm>
        </p:grpSpPr>
        <p:sp>
          <p:nvSpPr>
            <p:cNvPr id="968" name="Google Shape;968;p118"/>
            <p:cNvSpPr/>
            <p:nvPr/>
          </p:nvSpPr>
          <p:spPr>
            <a:xfrm>
              <a:off x="7264761" y="118465"/>
              <a:ext cx="365202" cy="499109"/>
            </a:xfrm>
            <a:custGeom>
              <a:avLst/>
              <a:gdLst/>
              <a:ahLst/>
              <a:cxnLst/>
              <a:rect l="l" t="t" r="r" b="b"/>
              <a:pathLst>
                <a:path w="180" h="246" extrusionOk="0">
                  <a:moveTo>
                    <a:pt x="48" y="0"/>
                  </a:moveTo>
                  <a:lnTo>
                    <a:pt x="97" y="0"/>
                  </a:lnTo>
                  <a:lnTo>
                    <a:pt x="180" y="82"/>
                  </a:lnTo>
                  <a:lnTo>
                    <a:pt x="180" y="246"/>
                  </a:lnTo>
                  <a:lnTo>
                    <a:pt x="0" y="246"/>
                  </a:lnTo>
                  <a:lnTo>
                    <a:pt x="0" y="0"/>
                  </a:lnTo>
                  <a:lnTo>
                    <a:pt x="48" y="0"/>
                  </a:lnTo>
                  <a:moveTo>
                    <a:pt x="97" y="0"/>
                  </a:moveTo>
                  <a:lnTo>
                    <a:pt x="97" y="82"/>
                  </a:lnTo>
                  <a:lnTo>
                    <a:pt x="180" y="82"/>
                  </a:lnTo>
                </a:path>
              </a:pathLst>
            </a:custGeom>
            <a:noFill/>
            <a:ln w="19050" cap="flat" cmpd="sng">
              <a:solidFill>
                <a:srgbClr val="7A7A87"/>
              </a:solidFill>
              <a:prstDash val="solid"/>
              <a:miter lim="800000"/>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505050"/>
                </a:solidFill>
                <a:latin typeface="Quattrocento Sans"/>
                <a:ea typeface="Quattrocento Sans"/>
                <a:cs typeface="Quattrocento Sans"/>
                <a:sym typeface="Quattrocento Sans"/>
              </a:endParaRPr>
            </a:p>
          </p:txBody>
        </p:sp>
        <p:sp>
          <p:nvSpPr>
            <p:cNvPr id="969" name="Google Shape;969;p118"/>
            <p:cNvSpPr/>
            <p:nvPr/>
          </p:nvSpPr>
          <p:spPr>
            <a:xfrm>
              <a:off x="7456155" y="118465"/>
              <a:ext cx="173700" cy="175500"/>
            </a:xfrm>
            <a:prstGeom prst="rtTriangle">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FFFFFF"/>
                </a:solidFill>
                <a:latin typeface="Quattrocento Sans"/>
                <a:ea typeface="Quattrocento Sans"/>
                <a:cs typeface="Quattrocento Sans"/>
                <a:sym typeface="Quattrocento Sans"/>
              </a:endParaRPr>
            </a:p>
          </p:txBody>
        </p:sp>
      </p:grpSp>
      <p:grpSp>
        <p:nvGrpSpPr>
          <p:cNvPr id="970" name="Google Shape;970;p118"/>
          <p:cNvGrpSpPr/>
          <p:nvPr/>
        </p:nvGrpSpPr>
        <p:grpSpPr>
          <a:xfrm>
            <a:off x="536132" y="4193629"/>
            <a:ext cx="311833" cy="295742"/>
            <a:chOff x="8301667" y="2334125"/>
            <a:chExt cx="586815" cy="556429"/>
          </a:xfrm>
        </p:grpSpPr>
        <p:sp>
          <p:nvSpPr>
            <p:cNvPr id="971" name="Google Shape;971;p118"/>
            <p:cNvSpPr/>
            <p:nvPr/>
          </p:nvSpPr>
          <p:spPr>
            <a:xfrm>
              <a:off x="8301667" y="2334125"/>
              <a:ext cx="586815" cy="556429"/>
            </a:xfrm>
            <a:custGeom>
              <a:avLst/>
              <a:gdLst/>
              <a:ahLst/>
              <a:cxnLst/>
              <a:rect l="l" t="t" r="r" b="b"/>
              <a:pathLst>
                <a:path w="586815" h="556429" extrusionOk="0">
                  <a:moveTo>
                    <a:pt x="0" y="0"/>
                  </a:moveTo>
                  <a:lnTo>
                    <a:pt x="586815" y="0"/>
                  </a:lnTo>
                  <a:lnTo>
                    <a:pt x="586815" y="433633"/>
                  </a:lnTo>
                  <a:lnTo>
                    <a:pt x="321111" y="433633"/>
                  </a:lnTo>
                  <a:lnTo>
                    <a:pt x="321111" y="510710"/>
                  </a:lnTo>
                  <a:lnTo>
                    <a:pt x="528438" y="510710"/>
                  </a:lnTo>
                  <a:lnTo>
                    <a:pt x="528438" y="556429"/>
                  </a:lnTo>
                  <a:lnTo>
                    <a:pt x="57710" y="556429"/>
                  </a:lnTo>
                  <a:lnTo>
                    <a:pt x="57710" y="510710"/>
                  </a:lnTo>
                  <a:lnTo>
                    <a:pt x="265036" y="510710"/>
                  </a:lnTo>
                  <a:lnTo>
                    <a:pt x="265036" y="433633"/>
                  </a:lnTo>
                  <a:lnTo>
                    <a:pt x="0" y="433633"/>
                  </a:lnTo>
                  <a:close/>
                </a:path>
              </a:pathLst>
            </a:cu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972" name="Google Shape;972;p118"/>
            <p:cNvSpPr/>
            <p:nvPr/>
          </p:nvSpPr>
          <p:spPr>
            <a:xfrm>
              <a:off x="8334531" y="2359341"/>
              <a:ext cx="522000" cy="376200"/>
            </a:xfrm>
            <a:prstGeom prst="rect">
              <a:avLst/>
            </a:pr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973" name="Google Shape;973;p118"/>
            <p:cNvSpPr/>
            <p:nvPr/>
          </p:nvSpPr>
          <p:spPr>
            <a:xfrm>
              <a:off x="8372155" y="2452694"/>
              <a:ext cx="198600" cy="198600"/>
            </a:xfrm>
            <a:prstGeom prst="pie">
              <a:avLst>
                <a:gd name="adj1" fmla="val 21510717"/>
                <a:gd name="adj2" fmla="val 16200000"/>
              </a:avLst>
            </a:pr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Quattrocento Sans"/>
                <a:ea typeface="Quattrocento Sans"/>
                <a:cs typeface="Quattrocento Sans"/>
                <a:sym typeface="Quattrocento Sans"/>
              </a:endParaRPr>
            </a:p>
          </p:txBody>
        </p:sp>
        <p:sp>
          <p:nvSpPr>
            <p:cNvPr id="974" name="Google Shape;974;p118"/>
            <p:cNvSpPr/>
            <p:nvPr/>
          </p:nvSpPr>
          <p:spPr>
            <a:xfrm rot="-1462064">
              <a:off x="8395650" y="2457052"/>
              <a:ext cx="167963" cy="167963"/>
            </a:xfrm>
            <a:prstGeom prst="pie">
              <a:avLst>
                <a:gd name="adj1" fmla="val 17759983"/>
                <a:gd name="adj2" fmla="val 21164392"/>
              </a:avLst>
            </a:pr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Quattrocento Sans"/>
                <a:ea typeface="Quattrocento Sans"/>
                <a:cs typeface="Quattrocento Sans"/>
                <a:sym typeface="Quattrocento Sans"/>
              </a:endParaRPr>
            </a:p>
          </p:txBody>
        </p:sp>
        <p:sp>
          <p:nvSpPr>
            <p:cNvPr id="975" name="Google Shape;975;p118"/>
            <p:cNvSpPr/>
            <p:nvPr/>
          </p:nvSpPr>
          <p:spPr>
            <a:xfrm>
              <a:off x="8396802" y="2463844"/>
              <a:ext cx="168000" cy="168000"/>
            </a:xfrm>
            <a:prstGeom prst="pie">
              <a:avLst>
                <a:gd name="adj1" fmla="val 19893257"/>
                <a:gd name="adj2" fmla="val 21164392"/>
              </a:avLst>
            </a:pr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Quattrocento Sans"/>
                <a:ea typeface="Quattrocento Sans"/>
                <a:cs typeface="Quattrocento Sans"/>
                <a:sym typeface="Quattrocento Sans"/>
              </a:endParaRPr>
            </a:p>
          </p:txBody>
        </p:sp>
        <p:sp>
          <p:nvSpPr>
            <p:cNvPr id="976" name="Google Shape;976;p118"/>
            <p:cNvSpPr/>
            <p:nvPr/>
          </p:nvSpPr>
          <p:spPr>
            <a:xfrm>
              <a:off x="8608662" y="2469349"/>
              <a:ext cx="202200" cy="45600"/>
            </a:xfrm>
            <a:prstGeom prst="roundRect">
              <a:avLst>
                <a:gd name="adj" fmla="val 16667"/>
              </a:avLst>
            </a:pr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977" name="Google Shape;977;p118"/>
            <p:cNvSpPr/>
            <p:nvPr/>
          </p:nvSpPr>
          <p:spPr>
            <a:xfrm>
              <a:off x="8608662" y="2529856"/>
              <a:ext cx="202200" cy="45600"/>
            </a:xfrm>
            <a:prstGeom prst="roundRect">
              <a:avLst>
                <a:gd name="adj" fmla="val 16667"/>
              </a:avLst>
            </a:pr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978" name="Google Shape;978;p118"/>
            <p:cNvSpPr/>
            <p:nvPr/>
          </p:nvSpPr>
          <p:spPr>
            <a:xfrm>
              <a:off x="8607108" y="2590363"/>
              <a:ext cx="202200" cy="45600"/>
            </a:xfrm>
            <a:prstGeom prst="roundRect">
              <a:avLst>
                <a:gd name="adj" fmla="val 16667"/>
              </a:avLst>
            </a:pr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grpSp>
      <p:grpSp>
        <p:nvGrpSpPr>
          <p:cNvPr id="979" name="Google Shape;979;p118"/>
          <p:cNvGrpSpPr/>
          <p:nvPr/>
        </p:nvGrpSpPr>
        <p:grpSpPr>
          <a:xfrm>
            <a:off x="530183" y="2842407"/>
            <a:ext cx="301979" cy="302009"/>
            <a:chOff x="8035871" y="3099661"/>
            <a:chExt cx="302100" cy="302100"/>
          </a:xfrm>
        </p:grpSpPr>
        <p:sp>
          <p:nvSpPr>
            <p:cNvPr id="980" name="Google Shape;980;p118"/>
            <p:cNvSpPr/>
            <p:nvPr/>
          </p:nvSpPr>
          <p:spPr>
            <a:xfrm>
              <a:off x="8035871" y="3099661"/>
              <a:ext cx="302100" cy="302100"/>
            </a:xfrm>
            <a:prstGeom prst="ellipse">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FFFFFF"/>
                </a:solidFill>
                <a:latin typeface="Quattrocento Sans"/>
                <a:ea typeface="Quattrocento Sans"/>
                <a:cs typeface="Quattrocento Sans"/>
                <a:sym typeface="Quattrocento Sans"/>
              </a:endParaRPr>
            </a:p>
          </p:txBody>
        </p:sp>
        <p:sp>
          <p:nvSpPr>
            <p:cNvPr id="981" name="Google Shape;981;p118"/>
            <p:cNvSpPr/>
            <p:nvPr/>
          </p:nvSpPr>
          <p:spPr>
            <a:xfrm rot="5400000">
              <a:off x="8138745" y="3190795"/>
              <a:ext cx="139200" cy="120000"/>
            </a:xfrm>
            <a:prstGeom prst="triangle">
              <a:avLst>
                <a:gd name="adj" fmla="val 50000"/>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FFFFFF"/>
                </a:solidFill>
                <a:latin typeface="Quattrocento Sans"/>
                <a:ea typeface="Quattrocento Sans"/>
                <a:cs typeface="Quattrocento Sans"/>
                <a:sym typeface="Quattrocento Sans"/>
              </a:endParaRPr>
            </a:p>
          </p:txBody>
        </p:sp>
      </p:grpSp>
      <p:grpSp>
        <p:nvGrpSpPr>
          <p:cNvPr id="982" name="Google Shape;982;p118"/>
          <p:cNvGrpSpPr/>
          <p:nvPr/>
        </p:nvGrpSpPr>
        <p:grpSpPr>
          <a:xfrm>
            <a:off x="527672" y="2260324"/>
            <a:ext cx="306286" cy="228756"/>
            <a:chOff x="710234" y="918777"/>
            <a:chExt cx="2781885" cy="2077715"/>
          </a:xfrm>
        </p:grpSpPr>
        <p:grpSp>
          <p:nvGrpSpPr>
            <p:cNvPr id="983" name="Google Shape;983;p118"/>
            <p:cNvGrpSpPr/>
            <p:nvPr/>
          </p:nvGrpSpPr>
          <p:grpSpPr>
            <a:xfrm>
              <a:off x="710234" y="918777"/>
              <a:ext cx="2781885" cy="2077715"/>
              <a:chOff x="9531457" y="2208508"/>
              <a:chExt cx="503700" cy="376200"/>
            </a:xfrm>
          </p:grpSpPr>
          <p:sp>
            <p:nvSpPr>
              <p:cNvPr id="984" name="Google Shape;984;p118"/>
              <p:cNvSpPr/>
              <p:nvPr/>
            </p:nvSpPr>
            <p:spPr>
              <a:xfrm>
                <a:off x="9531457" y="2208508"/>
                <a:ext cx="503700" cy="376200"/>
              </a:xfrm>
              <a:prstGeom prst="rect">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grpSp>
            <p:nvGrpSpPr>
              <p:cNvPr id="985" name="Google Shape;985;p118"/>
              <p:cNvGrpSpPr/>
              <p:nvPr/>
            </p:nvGrpSpPr>
            <p:grpSpPr>
              <a:xfrm>
                <a:off x="9813858" y="2248606"/>
                <a:ext cx="187291" cy="46461"/>
                <a:chOff x="9747337" y="2248545"/>
                <a:chExt cx="249123" cy="61800"/>
              </a:xfrm>
            </p:grpSpPr>
            <p:sp>
              <p:nvSpPr>
                <p:cNvPr id="986" name="Google Shape;986;p118"/>
                <p:cNvSpPr/>
                <p:nvPr/>
              </p:nvSpPr>
              <p:spPr>
                <a:xfrm>
                  <a:off x="9934660" y="2248545"/>
                  <a:ext cx="61800" cy="61800"/>
                </a:xfrm>
                <a:prstGeom prst="ellipse">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987" name="Google Shape;987;p118"/>
                <p:cNvSpPr/>
                <p:nvPr/>
              </p:nvSpPr>
              <p:spPr>
                <a:xfrm>
                  <a:off x="9840998" y="2248545"/>
                  <a:ext cx="61800" cy="61800"/>
                </a:xfrm>
                <a:prstGeom prst="ellipse">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988" name="Google Shape;988;p118"/>
                <p:cNvSpPr/>
                <p:nvPr/>
              </p:nvSpPr>
              <p:spPr>
                <a:xfrm>
                  <a:off x="9747337" y="2248545"/>
                  <a:ext cx="61800" cy="61800"/>
                </a:xfrm>
                <a:prstGeom prst="ellipse">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grpSp>
        </p:grpSp>
        <p:sp>
          <p:nvSpPr>
            <p:cNvPr id="989" name="Google Shape;989;p118"/>
            <p:cNvSpPr/>
            <p:nvPr/>
          </p:nvSpPr>
          <p:spPr>
            <a:xfrm>
              <a:off x="901700" y="1600200"/>
              <a:ext cx="2412900" cy="266700"/>
            </a:xfrm>
            <a:prstGeom prst="rect">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990" name="Google Shape;990;p118"/>
            <p:cNvSpPr/>
            <p:nvPr/>
          </p:nvSpPr>
          <p:spPr>
            <a:xfrm>
              <a:off x="901700" y="2057400"/>
              <a:ext cx="2412900" cy="266700"/>
            </a:xfrm>
            <a:prstGeom prst="rect">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991" name="Google Shape;991;p118"/>
            <p:cNvSpPr/>
            <p:nvPr/>
          </p:nvSpPr>
          <p:spPr>
            <a:xfrm>
              <a:off x="901700" y="2501900"/>
              <a:ext cx="2412900" cy="266700"/>
            </a:xfrm>
            <a:prstGeom prst="rect">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grpSp>
      <p:sp>
        <p:nvSpPr>
          <p:cNvPr id="992" name="Google Shape;992;p118"/>
          <p:cNvSpPr txBox="1"/>
          <p:nvPr/>
        </p:nvSpPr>
        <p:spPr>
          <a:xfrm>
            <a:off x="256058" y="1748537"/>
            <a:ext cx="864300" cy="304800"/>
          </a:xfrm>
          <a:prstGeom prst="rect">
            <a:avLst/>
          </a:prstGeom>
          <a:noFill/>
          <a:ln>
            <a:noFill/>
          </a:ln>
        </p:spPr>
        <p:txBody>
          <a:bodyPr spcFirstLastPara="1" wrap="square" lIns="67225" tIns="33600" rIns="67225" bIns="33600" anchor="t"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rgbClr val="000000"/>
                </a:solidFill>
                <a:latin typeface="Quattrocento Sans"/>
                <a:ea typeface="Quattrocento Sans"/>
                <a:cs typeface="Quattrocento Sans"/>
                <a:sym typeface="Quattrocento Sans"/>
              </a:rPr>
              <a:t>Sensors and IoT</a:t>
            </a:r>
            <a:endParaRPr sz="10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rgbClr val="000000"/>
                </a:solidFill>
                <a:latin typeface="Quattrocento Sans"/>
                <a:ea typeface="Quattrocento Sans"/>
                <a:cs typeface="Quattrocento Sans"/>
                <a:sym typeface="Quattrocento Sans"/>
              </a:rPr>
              <a:t>(unstructured)</a:t>
            </a:r>
            <a:endParaRPr sz="1000" b="0" i="0" u="none" strike="noStrike" cap="none">
              <a:solidFill>
                <a:srgbClr val="000000"/>
              </a:solidFill>
              <a:latin typeface="Arial"/>
              <a:ea typeface="Arial"/>
              <a:cs typeface="Arial"/>
              <a:sym typeface="Arial"/>
            </a:endParaRPr>
          </a:p>
        </p:txBody>
      </p:sp>
      <p:grpSp>
        <p:nvGrpSpPr>
          <p:cNvPr id="993" name="Google Shape;993;p118"/>
          <p:cNvGrpSpPr/>
          <p:nvPr/>
        </p:nvGrpSpPr>
        <p:grpSpPr>
          <a:xfrm>
            <a:off x="537984" y="1403131"/>
            <a:ext cx="310348" cy="346784"/>
            <a:chOff x="4633352" y="465695"/>
            <a:chExt cx="743704" cy="831019"/>
          </a:xfrm>
        </p:grpSpPr>
        <p:sp>
          <p:nvSpPr>
            <p:cNvPr id="994" name="Google Shape;994;p118"/>
            <p:cNvSpPr/>
            <p:nvPr/>
          </p:nvSpPr>
          <p:spPr>
            <a:xfrm>
              <a:off x="4723400" y="646446"/>
              <a:ext cx="469500" cy="469500"/>
            </a:xfrm>
            <a:prstGeom prst="ellipse">
              <a:avLst/>
            </a:pr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rgbClr val="FFFFFF"/>
                </a:solidFill>
                <a:latin typeface="Quattrocento Sans"/>
                <a:ea typeface="Quattrocento Sans"/>
                <a:cs typeface="Quattrocento Sans"/>
                <a:sym typeface="Quattrocento Sans"/>
              </a:endParaRPr>
            </a:p>
          </p:txBody>
        </p:sp>
        <p:sp>
          <p:nvSpPr>
            <p:cNvPr id="995" name="Google Shape;995;p118"/>
            <p:cNvSpPr/>
            <p:nvPr/>
          </p:nvSpPr>
          <p:spPr>
            <a:xfrm>
              <a:off x="4996580" y="465695"/>
              <a:ext cx="149100" cy="149100"/>
            </a:xfrm>
            <a:prstGeom prst="ellipse">
              <a:avLst/>
            </a:pr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rgbClr val="FFFFFF"/>
                </a:solidFill>
                <a:latin typeface="Quattrocento Sans"/>
                <a:ea typeface="Quattrocento Sans"/>
                <a:cs typeface="Quattrocento Sans"/>
                <a:sym typeface="Quattrocento Sans"/>
              </a:endParaRPr>
            </a:p>
          </p:txBody>
        </p:sp>
        <p:sp>
          <p:nvSpPr>
            <p:cNvPr id="996" name="Google Shape;996;p118"/>
            <p:cNvSpPr/>
            <p:nvPr/>
          </p:nvSpPr>
          <p:spPr>
            <a:xfrm>
              <a:off x="4772896" y="465695"/>
              <a:ext cx="149100" cy="149100"/>
            </a:xfrm>
            <a:prstGeom prst="ellipse">
              <a:avLst/>
            </a:pr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rgbClr val="FFFFFF"/>
                </a:solidFill>
                <a:latin typeface="Quattrocento Sans"/>
                <a:ea typeface="Quattrocento Sans"/>
                <a:cs typeface="Quattrocento Sans"/>
                <a:sym typeface="Quattrocento Sans"/>
              </a:endParaRPr>
            </a:p>
          </p:txBody>
        </p:sp>
        <p:sp>
          <p:nvSpPr>
            <p:cNvPr id="997" name="Google Shape;997;p118"/>
            <p:cNvSpPr/>
            <p:nvPr/>
          </p:nvSpPr>
          <p:spPr>
            <a:xfrm>
              <a:off x="4633352" y="579688"/>
              <a:ext cx="149100" cy="149100"/>
            </a:xfrm>
            <a:prstGeom prst="ellipse">
              <a:avLst/>
            </a:pr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rgbClr val="FFFFFF"/>
                </a:solidFill>
                <a:latin typeface="Quattrocento Sans"/>
                <a:ea typeface="Quattrocento Sans"/>
                <a:cs typeface="Quattrocento Sans"/>
                <a:sym typeface="Quattrocento Sans"/>
              </a:endParaRPr>
            </a:p>
          </p:txBody>
        </p:sp>
        <p:sp>
          <p:nvSpPr>
            <p:cNvPr id="998" name="Google Shape;998;p118"/>
            <p:cNvSpPr/>
            <p:nvPr/>
          </p:nvSpPr>
          <p:spPr>
            <a:xfrm>
              <a:off x="4643631" y="1036997"/>
              <a:ext cx="149100" cy="149100"/>
            </a:xfrm>
            <a:prstGeom prst="ellipse">
              <a:avLst/>
            </a:pr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rgbClr val="FFFFFF"/>
                </a:solidFill>
                <a:latin typeface="Quattrocento Sans"/>
                <a:ea typeface="Quattrocento Sans"/>
                <a:cs typeface="Quattrocento Sans"/>
                <a:sym typeface="Quattrocento Sans"/>
              </a:endParaRPr>
            </a:p>
          </p:txBody>
        </p:sp>
        <p:sp>
          <p:nvSpPr>
            <p:cNvPr id="999" name="Google Shape;999;p118"/>
            <p:cNvSpPr/>
            <p:nvPr/>
          </p:nvSpPr>
          <p:spPr>
            <a:xfrm>
              <a:off x="4996580" y="1147614"/>
              <a:ext cx="149100" cy="149100"/>
            </a:xfrm>
            <a:prstGeom prst="ellipse">
              <a:avLst/>
            </a:pr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rgbClr val="FFFFFF"/>
                </a:solidFill>
                <a:latin typeface="Quattrocento Sans"/>
                <a:ea typeface="Quattrocento Sans"/>
                <a:cs typeface="Quattrocento Sans"/>
                <a:sym typeface="Quattrocento Sans"/>
              </a:endParaRPr>
            </a:p>
          </p:txBody>
        </p:sp>
        <p:sp>
          <p:nvSpPr>
            <p:cNvPr id="1000" name="Google Shape;1000;p118"/>
            <p:cNvSpPr/>
            <p:nvPr/>
          </p:nvSpPr>
          <p:spPr>
            <a:xfrm>
              <a:off x="5227956" y="924875"/>
              <a:ext cx="149100" cy="149100"/>
            </a:xfrm>
            <a:prstGeom prst="ellipse">
              <a:avLst/>
            </a:pr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rgbClr val="FFFFFF"/>
                </a:solidFill>
                <a:latin typeface="Quattrocento Sans"/>
                <a:ea typeface="Quattrocento Sans"/>
                <a:cs typeface="Quattrocento Sans"/>
                <a:sym typeface="Quattrocento Sans"/>
              </a:endParaRPr>
            </a:p>
          </p:txBody>
        </p:sp>
        <p:sp>
          <p:nvSpPr>
            <p:cNvPr id="1001" name="Google Shape;1001;p118"/>
            <p:cNvSpPr/>
            <p:nvPr/>
          </p:nvSpPr>
          <p:spPr>
            <a:xfrm>
              <a:off x="5227956" y="694322"/>
              <a:ext cx="149100" cy="149100"/>
            </a:xfrm>
            <a:prstGeom prst="ellipse">
              <a:avLst/>
            </a:pr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rgbClr val="FFFFFF"/>
                </a:solidFill>
                <a:latin typeface="Quattrocento Sans"/>
                <a:ea typeface="Quattrocento Sans"/>
                <a:cs typeface="Quattrocento Sans"/>
                <a:sym typeface="Quattrocento Sans"/>
              </a:endParaRPr>
            </a:p>
          </p:txBody>
        </p:sp>
      </p:grpSp>
      <p:sp>
        <p:nvSpPr>
          <p:cNvPr id="1002" name="Google Shape;1002;p118"/>
          <p:cNvSpPr/>
          <p:nvPr/>
        </p:nvSpPr>
        <p:spPr>
          <a:xfrm>
            <a:off x="1752756" y="2791681"/>
            <a:ext cx="964500" cy="457800"/>
          </a:xfrm>
          <a:prstGeom prst="rect">
            <a:avLst/>
          </a:prstGeom>
          <a:noFill/>
          <a:ln>
            <a:noFill/>
          </a:ln>
        </p:spPr>
        <p:txBody>
          <a:bodyPr spcFirstLastPara="1" wrap="square" lIns="67225" tIns="33600" rIns="67225" bIns="336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Quattrocento Sans"/>
                <a:ea typeface="Quattrocento Sans"/>
                <a:cs typeface="Quattrocento Sans"/>
                <a:sym typeface="Quattrocento Sans"/>
              </a:rPr>
              <a:t>Azure Event Hubs</a:t>
            </a:r>
            <a:endParaRPr sz="10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Quattrocento Sans"/>
                <a:ea typeface="Quattrocento Sans"/>
                <a:cs typeface="Quattrocento Sans"/>
                <a:sym typeface="Quattrocento Sans"/>
              </a:rPr>
              <a:t>Azure IoT Hub</a:t>
            </a:r>
            <a:endParaRPr sz="10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Quattrocento Sans"/>
                <a:ea typeface="Quattrocento Sans"/>
                <a:cs typeface="Quattrocento Sans"/>
                <a:sym typeface="Quattrocento Sans"/>
              </a:rPr>
              <a:t>Kafka</a:t>
            </a:r>
            <a:endParaRPr sz="1000" b="0" i="0" u="none" strike="noStrike" cap="none">
              <a:solidFill>
                <a:srgbClr val="000000"/>
              </a:solidFill>
              <a:latin typeface="Arial"/>
              <a:ea typeface="Arial"/>
              <a:cs typeface="Arial"/>
              <a:sym typeface="Arial"/>
            </a:endParaRPr>
          </a:p>
        </p:txBody>
      </p:sp>
      <p:cxnSp>
        <p:nvCxnSpPr>
          <p:cNvPr id="1003" name="Google Shape;1003;p118"/>
          <p:cNvCxnSpPr/>
          <p:nvPr/>
        </p:nvCxnSpPr>
        <p:spPr>
          <a:xfrm>
            <a:off x="2717431" y="2585038"/>
            <a:ext cx="2311500" cy="0"/>
          </a:xfrm>
          <a:prstGeom prst="straightConnector1">
            <a:avLst/>
          </a:prstGeom>
          <a:noFill/>
          <a:ln w="19050" cap="flat" cmpd="sng">
            <a:solidFill>
              <a:srgbClr val="9999A2"/>
            </a:solidFill>
            <a:prstDash val="dash"/>
            <a:round/>
            <a:headEnd type="triangle" w="med" len="med"/>
            <a:tailEnd type="triangle" w="med" len="med"/>
          </a:ln>
        </p:spPr>
      </p:cxnSp>
      <p:cxnSp>
        <p:nvCxnSpPr>
          <p:cNvPr id="1004" name="Google Shape;1004;p118"/>
          <p:cNvCxnSpPr/>
          <p:nvPr/>
        </p:nvCxnSpPr>
        <p:spPr>
          <a:xfrm>
            <a:off x="5559500" y="3172100"/>
            <a:ext cx="0" cy="721200"/>
          </a:xfrm>
          <a:prstGeom prst="straightConnector1">
            <a:avLst/>
          </a:prstGeom>
          <a:noFill/>
          <a:ln w="19050" cap="flat" cmpd="sng">
            <a:solidFill>
              <a:srgbClr val="9999A2"/>
            </a:solidFill>
            <a:prstDash val="dash"/>
            <a:round/>
            <a:headEnd type="triangle" w="med" len="med"/>
            <a:tailEnd type="none" w="sm" len="sm"/>
          </a:ln>
        </p:spPr>
      </p:cxnSp>
      <p:sp>
        <p:nvSpPr>
          <p:cNvPr id="1005" name="Google Shape;1005;p118"/>
          <p:cNvSpPr/>
          <p:nvPr/>
        </p:nvSpPr>
        <p:spPr>
          <a:xfrm>
            <a:off x="8241764" y="2349338"/>
            <a:ext cx="421200" cy="190500"/>
          </a:xfrm>
          <a:prstGeom prst="rect">
            <a:avLst/>
          </a:prstGeom>
          <a:noFill/>
          <a:ln>
            <a:noFill/>
          </a:ln>
        </p:spPr>
        <p:txBody>
          <a:bodyPr spcFirstLastPara="1" wrap="square" lIns="67225" tIns="33600" rIns="67225" bIns="33600" anchor="t"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rgbClr val="000000"/>
                </a:solidFill>
                <a:latin typeface="Quattrocento Sans"/>
                <a:ea typeface="Quattrocento Sans"/>
                <a:cs typeface="Quattrocento Sans"/>
                <a:sym typeface="Quattrocento Sans"/>
              </a:rPr>
              <a:t>Apps</a:t>
            </a:r>
            <a:endParaRPr sz="1000" b="0" i="0" u="none" strike="noStrike" cap="none">
              <a:solidFill>
                <a:srgbClr val="000000"/>
              </a:solidFill>
              <a:latin typeface="Arial"/>
              <a:ea typeface="Arial"/>
              <a:cs typeface="Arial"/>
              <a:sym typeface="Arial"/>
            </a:endParaRPr>
          </a:p>
        </p:txBody>
      </p:sp>
      <p:cxnSp>
        <p:nvCxnSpPr>
          <p:cNvPr id="1006" name="Google Shape;1006;p118"/>
          <p:cNvCxnSpPr/>
          <p:nvPr/>
        </p:nvCxnSpPr>
        <p:spPr>
          <a:xfrm>
            <a:off x="7817660" y="3901612"/>
            <a:ext cx="257100" cy="0"/>
          </a:xfrm>
          <a:prstGeom prst="straightConnector1">
            <a:avLst/>
          </a:prstGeom>
          <a:noFill/>
          <a:ln w="19050" cap="flat" cmpd="sng">
            <a:solidFill>
              <a:srgbClr val="9999A2"/>
            </a:solidFill>
            <a:prstDash val="dash"/>
            <a:round/>
            <a:headEnd type="none" w="sm" len="sm"/>
            <a:tailEnd type="triangle" w="med" len="med"/>
          </a:ln>
        </p:spPr>
      </p:cxnSp>
      <p:cxnSp>
        <p:nvCxnSpPr>
          <p:cNvPr id="1007" name="Google Shape;1007;p118"/>
          <p:cNvCxnSpPr/>
          <p:nvPr/>
        </p:nvCxnSpPr>
        <p:spPr>
          <a:xfrm>
            <a:off x="3836002" y="2585038"/>
            <a:ext cx="0" cy="796500"/>
          </a:xfrm>
          <a:prstGeom prst="straightConnector1">
            <a:avLst/>
          </a:prstGeom>
          <a:noFill/>
          <a:ln w="19050" cap="flat" cmpd="sng">
            <a:solidFill>
              <a:srgbClr val="9999A2"/>
            </a:solidFill>
            <a:prstDash val="dash"/>
            <a:round/>
            <a:headEnd type="none" w="sm" len="sm"/>
            <a:tailEnd type="triangle" w="med" len="med"/>
          </a:ln>
        </p:spPr>
      </p:cxnSp>
      <p:grpSp>
        <p:nvGrpSpPr>
          <p:cNvPr id="1008" name="Google Shape;1008;p118"/>
          <p:cNvGrpSpPr/>
          <p:nvPr/>
        </p:nvGrpSpPr>
        <p:grpSpPr>
          <a:xfrm>
            <a:off x="8269525" y="2062390"/>
            <a:ext cx="469613" cy="283677"/>
            <a:chOff x="3604308" y="4850892"/>
            <a:chExt cx="394799" cy="230838"/>
          </a:xfrm>
        </p:grpSpPr>
        <p:sp>
          <p:nvSpPr>
            <p:cNvPr id="1009" name="Google Shape;1009;p118"/>
            <p:cNvSpPr/>
            <p:nvPr/>
          </p:nvSpPr>
          <p:spPr>
            <a:xfrm>
              <a:off x="3649456" y="4976835"/>
              <a:ext cx="54314" cy="101840"/>
            </a:xfrm>
            <a:custGeom>
              <a:avLst/>
              <a:gdLst/>
              <a:ahLst/>
              <a:cxnLst/>
              <a:rect l="l" t="t" r="r" b="b"/>
              <a:pathLst>
                <a:path w="54314" h="101840" extrusionOk="0">
                  <a:moveTo>
                    <a:pt x="54654" y="5092"/>
                  </a:moveTo>
                  <a:lnTo>
                    <a:pt x="5092" y="5092"/>
                  </a:lnTo>
                  <a:lnTo>
                    <a:pt x="5092" y="98106"/>
                  </a:lnTo>
                  <a:lnTo>
                    <a:pt x="54654" y="98106"/>
                  </a:lnTo>
                  <a:lnTo>
                    <a:pt x="54654" y="5092"/>
                  </a:lnTo>
                  <a:close/>
                  <a:moveTo>
                    <a:pt x="22744" y="64838"/>
                  </a:moveTo>
                  <a:lnTo>
                    <a:pt x="36323" y="64838"/>
                  </a:lnTo>
                  <a:lnTo>
                    <a:pt x="36323" y="78417"/>
                  </a:lnTo>
                  <a:lnTo>
                    <a:pt x="22744" y="78417"/>
                  </a:lnTo>
                  <a:lnTo>
                    <a:pt x="22744" y="64838"/>
                  </a:lnTo>
                  <a:close/>
                </a:path>
              </a:pathLst>
            </a:custGeom>
            <a:noFill/>
            <a:ln w="19050"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10" name="Google Shape;1010;p118"/>
            <p:cNvSpPr/>
            <p:nvPr/>
          </p:nvSpPr>
          <p:spPr>
            <a:xfrm>
              <a:off x="3604308" y="4850892"/>
              <a:ext cx="307558" cy="230838"/>
            </a:xfrm>
            <a:custGeom>
              <a:avLst/>
              <a:gdLst/>
              <a:ahLst/>
              <a:cxnLst/>
              <a:rect l="l" t="t" r="r" b="b"/>
              <a:pathLst>
                <a:path w="307558" h="230838" extrusionOk="0">
                  <a:moveTo>
                    <a:pt x="194176" y="177202"/>
                  </a:moveTo>
                  <a:lnTo>
                    <a:pt x="194176" y="110667"/>
                  </a:lnTo>
                  <a:cubicBezTo>
                    <a:pt x="194176" y="107272"/>
                    <a:pt x="194855" y="104556"/>
                    <a:pt x="196212" y="101840"/>
                  </a:cubicBezTo>
                  <a:cubicBezTo>
                    <a:pt x="197570" y="99125"/>
                    <a:pt x="198928" y="97088"/>
                    <a:pt x="201644" y="95051"/>
                  </a:cubicBezTo>
                  <a:cubicBezTo>
                    <a:pt x="203681" y="93014"/>
                    <a:pt x="206396" y="91656"/>
                    <a:pt x="209112" y="90299"/>
                  </a:cubicBezTo>
                  <a:cubicBezTo>
                    <a:pt x="211828" y="88941"/>
                    <a:pt x="214544" y="88941"/>
                    <a:pt x="217938" y="88941"/>
                  </a:cubicBezTo>
                  <a:lnTo>
                    <a:pt x="307558" y="88941"/>
                  </a:lnTo>
                  <a:lnTo>
                    <a:pt x="307558" y="0"/>
                  </a:lnTo>
                  <a:lnTo>
                    <a:pt x="0" y="0"/>
                  </a:lnTo>
                  <a:lnTo>
                    <a:pt x="0" y="177202"/>
                  </a:lnTo>
                  <a:lnTo>
                    <a:pt x="34626" y="177202"/>
                  </a:lnTo>
                  <a:lnTo>
                    <a:pt x="34626" y="129677"/>
                  </a:lnTo>
                  <a:cubicBezTo>
                    <a:pt x="34626" y="127640"/>
                    <a:pt x="35305" y="125603"/>
                    <a:pt x="35984" y="124245"/>
                  </a:cubicBezTo>
                  <a:cubicBezTo>
                    <a:pt x="36662" y="122887"/>
                    <a:pt x="37341" y="120851"/>
                    <a:pt x="38699" y="119493"/>
                  </a:cubicBezTo>
                  <a:cubicBezTo>
                    <a:pt x="40057" y="118135"/>
                    <a:pt x="41415" y="117456"/>
                    <a:pt x="43452" y="116098"/>
                  </a:cubicBezTo>
                  <a:cubicBezTo>
                    <a:pt x="45489" y="115419"/>
                    <a:pt x="46847" y="114740"/>
                    <a:pt x="48883" y="114740"/>
                  </a:cubicBezTo>
                  <a:lnTo>
                    <a:pt x="101161" y="114740"/>
                  </a:lnTo>
                  <a:cubicBezTo>
                    <a:pt x="103198" y="114740"/>
                    <a:pt x="105235" y="115419"/>
                    <a:pt x="106593" y="116098"/>
                  </a:cubicBezTo>
                  <a:cubicBezTo>
                    <a:pt x="107951" y="116777"/>
                    <a:pt x="109988" y="118135"/>
                    <a:pt x="111345" y="119493"/>
                  </a:cubicBezTo>
                  <a:cubicBezTo>
                    <a:pt x="112703" y="120851"/>
                    <a:pt x="113382" y="122208"/>
                    <a:pt x="114061" y="124245"/>
                  </a:cubicBezTo>
                  <a:cubicBezTo>
                    <a:pt x="114740" y="126282"/>
                    <a:pt x="115419" y="127640"/>
                    <a:pt x="115419" y="129677"/>
                  </a:cubicBezTo>
                  <a:lnTo>
                    <a:pt x="115419" y="176523"/>
                  </a:lnTo>
                  <a:lnTo>
                    <a:pt x="135108" y="176523"/>
                  </a:lnTo>
                  <a:lnTo>
                    <a:pt x="135108" y="203681"/>
                  </a:lnTo>
                  <a:lnTo>
                    <a:pt x="115419" y="203681"/>
                  </a:lnTo>
                  <a:lnTo>
                    <a:pt x="115419" y="224049"/>
                  </a:lnTo>
                  <a:cubicBezTo>
                    <a:pt x="115419" y="226086"/>
                    <a:pt x="114740" y="228122"/>
                    <a:pt x="114061" y="229480"/>
                  </a:cubicBezTo>
                  <a:cubicBezTo>
                    <a:pt x="114061" y="230159"/>
                    <a:pt x="113382" y="230159"/>
                    <a:pt x="113382" y="230838"/>
                  </a:cubicBezTo>
                  <a:lnTo>
                    <a:pt x="200965" y="230838"/>
                  </a:lnTo>
                  <a:cubicBezTo>
                    <a:pt x="198928" y="228801"/>
                    <a:pt x="197570" y="227444"/>
                    <a:pt x="196212" y="224728"/>
                  </a:cubicBezTo>
                  <a:cubicBezTo>
                    <a:pt x="194855" y="222012"/>
                    <a:pt x="194176" y="219296"/>
                    <a:pt x="194176" y="215902"/>
                  </a:cubicBezTo>
                  <a:lnTo>
                    <a:pt x="194176" y="204360"/>
                  </a:lnTo>
                  <a:lnTo>
                    <a:pt x="161587" y="204360"/>
                  </a:lnTo>
                  <a:lnTo>
                    <a:pt x="161587" y="177202"/>
                  </a:lnTo>
                  <a:lnTo>
                    <a:pt x="194176" y="177202"/>
                  </a:lnTo>
                  <a:close/>
                </a:path>
              </a:pathLst>
            </a:custGeom>
            <a:noFill/>
            <a:ln w="19050"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11" name="Google Shape;1011;p118"/>
            <p:cNvSpPr/>
            <p:nvPr/>
          </p:nvSpPr>
          <p:spPr>
            <a:xfrm>
              <a:off x="3809006" y="4950356"/>
              <a:ext cx="190101" cy="128997"/>
            </a:xfrm>
            <a:custGeom>
              <a:avLst/>
              <a:gdLst/>
              <a:ahLst/>
              <a:cxnLst/>
              <a:rect l="l" t="t" r="r" b="b"/>
              <a:pathLst>
                <a:path w="190101" h="128997" extrusionOk="0">
                  <a:moveTo>
                    <a:pt x="7129" y="121869"/>
                  </a:moveTo>
                  <a:cubicBezTo>
                    <a:pt x="7808" y="122548"/>
                    <a:pt x="8487" y="123227"/>
                    <a:pt x="9845" y="123227"/>
                  </a:cubicBezTo>
                  <a:cubicBezTo>
                    <a:pt x="11202" y="123906"/>
                    <a:pt x="11881" y="123906"/>
                    <a:pt x="13239" y="123906"/>
                  </a:cubicBezTo>
                  <a:lnTo>
                    <a:pt x="182973" y="123906"/>
                  </a:lnTo>
                  <a:cubicBezTo>
                    <a:pt x="184331" y="123906"/>
                    <a:pt x="185010" y="123906"/>
                    <a:pt x="186368" y="123227"/>
                  </a:cubicBezTo>
                  <a:cubicBezTo>
                    <a:pt x="187726" y="122548"/>
                    <a:pt x="188405" y="122548"/>
                    <a:pt x="189084" y="121869"/>
                  </a:cubicBezTo>
                  <a:cubicBezTo>
                    <a:pt x="189762" y="121190"/>
                    <a:pt x="190442" y="120511"/>
                    <a:pt x="190442" y="119832"/>
                  </a:cubicBezTo>
                  <a:cubicBezTo>
                    <a:pt x="190442" y="119153"/>
                    <a:pt x="191120" y="118474"/>
                    <a:pt x="191120" y="117796"/>
                  </a:cubicBezTo>
                  <a:lnTo>
                    <a:pt x="191120" y="11203"/>
                  </a:lnTo>
                  <a:cubicBezTo>
                    <a:pt x="191120" y="10524"/>
                    <a:pt x="191120" y="9845"/>
                    <a:pt x="190442" y="9166"/>
                  </a:cubicBezTo>
                  <a:cubicBezTo>
                    <a:pt x="189762" y="8487"/>
                    <a:pt x="189762" y="7808"/>
                    <a:pt x="189084" y="7129"/>
                  </a:cubicBezTo>
                  <a:cubicBezTo>
                    <a:pt x="188405" y="6450"/>
                    <a:pt x="187726" y="5771"/>
                    <a:pt x="186368" y="5771"/>
                  </a:cubicBezTo>
                  <a:cubicBezTo>
                    <a:pt x="185689" y="5092"/>
                    <a:pt x="184331" y="5092"/>
                    <a:pt x="182973" y="5092"/>
                  </a:cubicBezTo>
                  <a:lnTo>
                    <a:pt x="13239" y="5092"/>
                  </a:lnTo>
                  <a:cubicBezTo>
                    <a:pt x="11881" y="5092"/>
                    <a:pt x="11202" y="5092"/>
                    <a:pt x="9845" y="5771"/>
                  </a:cubicBezTo>
                  <a:cubicBezTo>
                    <a:pt x="9166" y="6450"/>
                    <a:pt x="7808" y="6450"/>
                    <a:pt x="7129" y="7129"/>
                  </a:cubicBezTo>
                  <a:cubicBezTo>
                    <a:pt x="6450" y="7808"/>
                    <a:pt x="5771" y="8487"/>
                    <a:pt x="5771" y="9166"/>
                  </a:cubicBezTo>
                  <a:cubicBezTo>
                    <a:pt x="5771" y="9845"/>
                    <a:pt x="5092" y="10524"/>
                    <a:pt x="5092" y="11203"/>
                  </a:cubicBezTo>
                  <a:lnTo>
                    <a:pt x="5092" y="117796"/>
                  </a:lnTo>
                  <a:cubicBezTo>
                    <a:pt x="5092" y="118474"/>
                    <a:pt x="5092" y="119153"/>
                    <a:pt x="5771" y="119832"/>
                  </a:cubicBezTo>
                  <a:cubicBezTo>
                    <a:pt x="5771" y="120511"/>
                    <a:pt x="6450" y="121190"/>
                    <a:pt x="7129" y="121869"/>
                  </a:cubicBezTo>
                  <a:moveTo>
                    <a:pt x="82491" y="89959"/>
                  </a:moveTo>
                  <a:lnTo>
                    <a:pt x="113722" y="89959"/>
                  </a:lnTo>
                  <a:lnTo>
                    <a:pt x="113722" y="110327"/>
                  </a:lnTo>
                  <a:lnTo>
                    <a:pt x="82491" y="110327"/>
                  </a:lnTo>
                  <a:lnTo>
                    <a:pt x="82491" y="89959"/>
                  </a:lnTo>
                  <a:close/>
                </a:path>
              </a:pathLst>
            </a:custGeom>
            <a:noFill/>
            <a:ln w="19050"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grpSp>
      <p:sp>
        <p:nvSpPr>
          <p:cNvPr id="1012" name="Google Shape;1012;p118"/>
          <p:cNvSpPr/>
          <p:nvPr/>
        </p:nvSpPr>
        <p:spPr>
          <a:xfrm>
            <a:off x="3643163" y="3691242"/>
            <a:ext cx="429923" cy="338395"/>
          </a:xfrm>
          <a:custGeom>
            <a:avLst/>
            <a:gdLst/>
            <a:ahLst/>
            <a:cxnLst/>
            <a:rect l="l" t="t" r="r" b="b"/>
            <a:pathLst>
              <a:path w="5983" h="4697" extrusionOk="0">
                <a:moveTo>
                  <a:pt x="3752" y="2549"/>
                </a:moveTo>
                <a:lnTo>
                  <a:pt x="2693" y="4063"/>
                </a:lnTo>
                <a:cubicBezTo>
                  <a:pt x="2681" y="4075"/>
                  <a:pt x="2669" y="4087"/>
                  <a:pt x="2651" y="4087"/>
                </a:cubicBezTo>
                <a:cubicBezTo>
                  <a:pt x="2645" y="4087"/>
                  <a:pt x="2633" y="4087"/>
                  <a:pt x="2627" y="4081"/>
                </a:cubicBezTo>
                <a:cubicBezTo>
                  <a:pt x="2603" y="4069"/>
                  <a:pt x="2591" y="4045"/>
                  <a:pt x="2603" y="4021"/>
                </a:cubicBezTo>
                <a:lnTo>
                  <a:pt x="2878" y="3117"/>
                </a:lnTo>
                <a:lnTo>
                  <a:pt x="2262" y="3117"/>
                </a:lnTo>
                <a:cubicBezTo>
                  <a:pt x="2244" y="3117"/>
                  <a:pt x="2226" y="3105"/>
                  <a:pt x="2214" y="3087"/>
                </a:cubicBezTo>
                <a:cubicBezTo>
                  <a:pt x="2208" y="3070"/>
                  <a:pt x="2208" y="3052"/>
                  <a:pt x="2220" y="3034"/>
                </a:cubicBezTo>
                <a:lnTo>
                  <a:pt x="3249" y="1538"/>
                </a:lnTo>
                <a:cubicBezTo>
                  <a:pt x="3261" y="1526"/>
                  <a:pt x="3273" y="1514"/>
                  <a:pt x="3291" y="1514"/>
                </a:cubicBezTo>
                <a:cubicBezTo>
                  <a:pt x="3297" y="1514"/>
                  <a:pt x="3303" y="1514"/>
                  <a:pt x="3315" y="1520"/>
                </a:cubicBezTo>
                <a:cubicBezTo>
                  <a:pt x="3339" y="1532"/>
                  <a:pt x="3351" y="1556"/>
                  <a:pt x="3339" y="1580"/>
                </a:cubicBezTo>
                <a:lnTo>
                  <a:pt x="3075" y="2465"/>
                </a:lnTo>
                <a:lnTo>
                  <a:pt x="3710" y="2465"/>
                </a:lnTo>
                <a:cubicBezTo>
                  <a:pt x="3740" y="2465"/>
                  <a:pt x="3763" y="2489"/>
                  <a:pt x="3763" y="2519"/>
                </a:cubicBezTo>
                <a:cubicBezTo>
                  <a:pt x="3763" y="2531"/>
                  <a:pt x="3758" y="2537"/>
                  <a:pt x="3752" y="2549"/>
                </a:cubicBezTo>
                <a:close/>
                <a:moveTo>
                  <a:pt x="5750" y="754"/>
                </a:moveTo>
                <a:lnTo>
                  <a:pt x="0" y="754"/>
                </a:lnTo>
                <a:lnTo>
                  <a:pt x="0" y="4326"/>
                </a:lnTo>
                <a:cubicBezTo>
                  <a:pt x="0" y="4529"/>
                  <a:pt x="168" y="4697"/>
                  <a:pt x="371" y="4697"/>
                </a:cubicBezTo>
                <a:lnTo>
                  <a:pt x="5612" y="4697"/>
                </a:lnTo>
                <a:cubicBezTo>
                  <a:pt x="5816" y="4697"/>
                  <a:pt x="5983" y="4529"/>
                  <a:pt x="5983" y="4326"/>
                </a:cubicBezTo>
                <a:lnTo>
                  <a:pt x="5983" y="1095"/>
                </a:lnTo>
                <a:cubicBezTo>
                  <a:pt x="5983" y="946"/>
                  <a:pt x="5887" y="814"/>
                  <a:pt x="5750" y="754"/>
                </a:cubicBezTo>
                <a:close/>
                <a:moveTo>
                  <a:pt x="3536" y="485"/>
                </a:moveTo>
                <a:lnTo>
                  <a:pt x="3363" y="186"/>
                </a:lnTo>
                <a:cubicBezTo>
                  <a:pt x="3297" y="72"/>
                  <a:pt x="3171" y="0"/>
                  <a:pt x="3040" y="0"/>
                </a:cubicBezTo>
                <a:lnTo>
                  <a:pt x="371" y="0"/>
                </a:lnTo>
                <a:cubicBezTo>
                  <a:pt x="168" y="0"/>
                  <a:pt x="0" y="168"/>
                  <a:pt x="0" y="371"/>
                </a:cubicBezTo>
                <a:lnTo>
                  <a:pt x="0" y="563"/>
                </a:lnTo>
                <a:lnTo>
                  <a:pt x="3602" y="563"/>
                </a:lnTo>
                <a:cubicBezTo>
                  <a:pt x="3572" y="545"/>
                  <a:pt x="3554" y="515"/>
                  <a:pt x="3536" y="485"/>
                </a:cubicBezTo>
                <a:close/>
              </a:path>
            </a:pathLst>
          </a:custGeom>
          <a:noFill/>
          <a:ln w="19050" cap="flat" cmpd="sng">
            <a:solidFill>
              <a:srgbClr val="7A7A87"/>
            </a:solidFill>
            <a:prstDash val="solid"/>
            <a:round/>
            <a:headEnd type="none" w="sm" len="sm"/>
            <a:tailEnd type="none" w="sm" len="sm"/>
          </a:ln>
        </p:spPr>
        <p:txBody>
          <a:bodyPr spcFirstLastPara="1" wrap="square" lIns="56000" tIns="28000" rIns="56000" bIns="280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1013" name="Google Shape;1013;p118"/>
          <p:cNvSpPr txBox="1"/>
          <p:nvPr/>
        </p:nvSpPr>
        <p:spPr>
          <a:xfrm>
            <a:off x="6995541" y="1847112"/>
            <a:ext cx="867600" cy="314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Quattrocento Sans"/>
                <a:ea typeface="Quattrocento Sans"/>
                <a:cs typeface="Quattrocento Sans"/>
                <a:sym typeface="Quattrocento Sans"/>
              </a:rPr>
              <a:t>Azure Kubernetes Service</a:t>
            </a:r>
            <a:endParaRPr sz="1000" b="0" i="0" u="none" strike="noStrike" cap="none">
              <a:solidFill>
                <a:srgbClr val="000000"/>
              </a:solidFill>
              <a:latin typeface="Arial"/>
              <a:ea typeface="Arial"/>
              <a:cs typeface="Arial"/>
              <a:sym typeface="Arial"/>
            </a:endParaRPr>
          </a:p>
        </p:txBody>
      </p:sp>
      <p:pic>
        <p:nvPicPr>
          <p:cNvPr id="1014" name="Google Shape;1014;p118"/>
          <p:cNvPicPr preferRelativeResize="0"/>
          <p:nvPr/>
        </p:nvPicPr>
        <p:blipFill rotWithShape="1">
          <a:blip r:embed="rId4">
            <a:alphaModFix/>
          </a:blip>
          <a:srcRect r="82968"/>
          <a:stretch/>
        </p:blipFill>
        <p:spPr>
          <a:xfrm>
            <a:off x="5289664" y="2282468"/>
            <a:ext cx="665924" cy="622097"/>
          </a:xfrm>
          <a:prstGeom prst="rect">
            <a:avLst/>
          </a:prstGeom>
          <a:noFill/>
          <a:ln>
            <a:noFill/>
          </a:ln>
        </p:spPr>
      </p:pic>
      <p:grpSp>
        <p:nvGrpSpPr>
          <p:cNvPr id="1015" name="Google Shape;1015;p118"/>
          <p:cNvGrpSpPr/>
          <p:nvPr/>
        </p:nvGrpSpPr>
        <p:grpSpPr>
          <a:xfrm>
            <a:off x="7294920" y="1598269"/>
            <a:ext cx="268010" cy="199015"/>
            <a:chOff x="-219366" y="4364127"/>
            <a:chExt cx="678335" cy="503709"/>
          </a:xfrm>
        </p:grpSpPr>
        <p:sp>
          <p:nvSpPr>
            <p:cNvPr id="1016" name="Google Shape;1016;p118"/>
            <p:cNvSpPr/>
            <p:nvPr/>
          </p:nvSpPr>
          <p:spPr>
            <a:xfrm>
              <a:off x="-14987" y="4364127"/>
              <a:ext cx="108585" cy="171450"/>
            </a:xfrm>
            <a:custGeom>
              <a:avLst/>
              <a:gdLst/>
              <a:ahLst/>
              <a:cxnLst/>
              <a:rect l="l" t="t" r="r" b="b"/>
              <a:pathLst>
                <a:path w="180975" h="285750" extrusionOk="0">
                  <a:moveTo>
                    <a:pt x="179546" y="218599"/>
                  </a:moveTo>
                  <a:lnTo>
                    <a:pt x="7144" y="285274"/>
                  </a:lnTo>
                  <a:lnTo>
                    <a:pt x="7144" y="7144"/>
                  </a:lnTo>
                  <a:lnTo>
                    <a:pt x="179546" y="68104"/>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17" name="Google Shape;1017;p118"/>
            <p:cNvSpPr/>
            <p:nvPr/>
          </p:nvSpPr>
          <p:spPr>
            <a:xfrm>
              <a:off x="-108042" y="4365840"/>
              <a:ext cx="80010" cy="171450"/>
            </a:xfrm>
            <a:custGeom>
              <a:avLst/>
              <a:gdLst/>
              <a:ahLst/>
              <a:cxnLst/>
              <a:rect l="l" t="t" r="r" b="b"/>
              <a:pathLst>
                <a:path w="133350" h="285750" extrusionOk="0">
                  <a:moveTo>
                    <a:pt x="7144" y="51911"/>
                  </a:moveTo>
                  <a:lnTo>
                    <a:pt x="7144" y="233839"/>
                  </a:lnTo>
                  <a:lnTo>
                    <a:pt x="134779" y="283369"/>
                  </a:lnTo>
                  <a:lnTo>
                    <a:pt x="134779" y="7144"/>
                  </a:lnTo>
                  <a:lnTo>
                    <a:pt x="7144" y="51911"/>
                  </a:lnTo>
                  <a:close/>
                  <a:moveTo>
                    <a:pt x="20479" y="219551"/>
                  </a:moveTo>
                  <a:lnTo>
                    <a:pt x="13811" y="217646"/>
                  </a:lnTo>
                  <a:lnTo>
                    <a:pt x="13811" y="67151"/>
                  </a:lnTo>
                  <a:lnTo>
                    <a:pt x="20479" y="65246"/>
                  </a:lnTo>
                  <a:lnTo>
                    <a:pt x="27146" y="63341"/>
                  </a:lnTo>
                  <a:lnTo>
                    <a:pt x="33814" y="61436"/>
                  </a:lnTo>
                  <a:lnTo>
                    <a:pt x="33814" y="225266"/>
                  </a:lnTo>
                  <a:lnTo>
                    <a:pt x="27146" y="223361"/>
                  </a:lnTo>
                  <a:lnTo>
                    <a:pt x="20479" y="219551"/>
                  </a:lnTo>
                  <a:close/>
                  <a:moveTo>
                    <a:pt x="54769" y="229076"/>
                  </a:moveTo>
                  <a:lnTo>
                    <a:pt x="46196" y="227171"/>
                  </a:lnTo>
                  <a:lnTo>
                    <a:pt x="46196" y="58579"/>
                  </a:lnTo>
                  <a:lnTo>
                    <a:pt x="54769" y="56674"/>
                  </a:lnTo>
                  <a:lnTo>
                    <a:pt x="63341" y="54769"/>
                  </a:lnTo>
                  <a:lnTo>
                    <a:pt x="71914" y="52864"/>
                  </a:lnTo>
                  <a:lnTo>
                    <a:pt x="71914" y="236696"/>
                  </a:lnTo>
                  <a:lnTo>
                    <a:pt x="63341" y="234791"/>
                  </a:lnTo>
                  <a:lnTo>
                    <a:pt x="54769" y="229076"/>
                  </a:lnTo>
                  <a:close/>
                  <a:moveTo>
                    <a:pt x="94774" y="242411"/>
                  </a:moveTo>
                  <a:lnTo>
                    <a:pt x="83344" y="237649"/>
                  </a:lnTo>
                  <a:lnTo>
                    <a:pt x="83344" y="47149"/>
                  </a:lnTo>
                  <a:lnTo>
                    <a:pt x="94774" y="45244"/>
                  </a:lnTo>
                  <a:lnTo>
                    <a:pt x="106204" y="40481"/>
                  </a:lnTo>
                  <a:lnTo>
                    <a:pt x="119539" y="35719"/>
                  </a:lnTo>
                  <a:lnTo>
                    <a:pt x="119539" y="249079"/>
                  </a:lnTo>
                  <a:lnTo>
                    <a:pt x="106204" y="244316"/>
                  </a:lnTo>
                  <a:lnTo>
                    <a:pt x="94774" y="242411"/>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18" name="Google Shape;1018;p118"/>
            <p:cNvSpPr/>
            <p:nvPr/>
          </p:nvSpPr>
          <p:spPr>
            <a:xfrm>
              <a:off x="225358" y="4364127"/>
              <a:ext cx="108585" cy="171450"/>
            </a:xfrm>
            <a:custGeom>
              <a:avLst/>
              <a:gdLst/>
              <a:ahLst/>
              <a:cxnLst/>
              <a:rect l="l" t="t" r="r" b="b"/>
              <a:pathLst>
                <a:path w="180975" h="285750" extrusionOk="0">
                  <a:moveTo>
                    <a:pt x="179546" y="218599"/>
                  </a:moveTo>
                  <a:lnTo>
                    <a:pt x="7144" y="285274"/>
                  </a:lnTo>
                  <a:lnTo>
                    <a:pt x="7144" y="7144"/>
                  </a:lnTo>
                  <a:lnTo>
                    <a:pt x="179546" y="68104"/>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19" name="Google Shape;1019;p118"/>
            <p:cNvSpPr/>
            <p:nvPr/>
          </p:nvSpPr>
          <p:spPr>
            <a:xfrm>
              <a:off x="132874" y="4365840"/>
              <a:ext cx="80010" cy="171450"/>
            </a:xfrm>
            <a:custGeom>
              <a:avLst/>
              <a:gdLst/>
              <a:ahLst/>
              <a:cxnLst/>
              <a:rect l="l" t="t" r="r" b="b"/>
              <a:pathLst>
                <a:path w="133350" h="285750" extrusionOk="0">
                  <a:moveTo>
                    <a:pt x="7144" y="51911"/>
                  </a:moveTo>
                  <a:lnTo>
                    <a:pt x="7144" y="233839"/>
                  </a:lnTo>
                  <a:lnTo>
                    <a:pt x="134779" y="283369"/>
                  </a:lnTo>
                  <a:lnTo>
                    <a:pt x="134779" y="7144"/>
                  </a:lnTo>
                  <a:lnTo>
                    <a:pt x="7144" y="51911"/>
                  </a:lnTo>
                  <a:close/>
                  <a:moveTo>
                    <a:pt x="20479" y="219551"/>
                  </a:moveTo>
                  <a:lnTo>
                    <a:pt x="13811" y="217646"/>
                  </a:lnTo>
                  <a:lnTo>
                    <a:pt x="13811" y="67151"/>
                  </a:lnTo>
                  <a:lnTo>
                    <a:pt x="20479" y="65246"/>
                  </a:lnTo>
                  <a:lnTo>
                    <a:pt x="27146" y="63341"/>
                  </a:lnTo>
                  <a:lnTo>
                    <a:pt x="33814" y="61436"/>
                  </a:lnTo>
                  <a:lnTo>
                    <a:pt x="33814" y="225266"/>
                  </a:lnTo>
                  <a:lnTo>
                    <a:pt x="27146" y="223361"/>
                  </a:lnTo>
                  <a:lnTo>
                    <a:pt x="20479" y="219551"/>
                  </a:lnTo>
                  <a:close/>
                  <a:moveTo>
                    <a:pt x="53816" y="229076"/>
                  </a:moveTo>
                  <a:lnTo>
                    <a:pt x="45244" y="227171"/>
                  </a:lnTo>
                  <a:lnTo>
                    <a:pt x="45244" y="58579"/>
                  </a:lnTo>
                  <a:lnTo>
                    <a:pt x="53816" y="56674"/>
                  </a:lnTo>
                  <a:lnTo>
                    <a:pt x="62389" y="54769"/>
                  </a:lnTo>
                  <a:lnTo>
                    <a:pt x="70961" y="52864"/>
                  </a:lnTo>
                  <a:lnTo>
                    <a:pt x="70961" y="236696"/>
                  </a:lnTo>
                  <a:lnTo>
                    <a:pt x="62389" y="234791"/>
                  </a:lnTo>
                  <a:lnTo>
                    <a:pt x="53816" y="229076"/>
                  </a:lnTo>
                  <a:close/>
                  <a:moveTo>
                    <a:pt x="93821" y="242411"/>
                  </a:moveTo>
                  <a:lnTo>
                    <a:pt x="82391" y="237649"/>
                  </a:lnTo>
                  <a:lnTo>
                    <a:pt x="82391" y="47149"/>
                  </a:lnTo>
                  <a:lnTo>
                    <a:pt x="93821" y="45244"/>
                  </a:lnTo>
                  <a:lnTo>
                    <a:pt x="105251" y="40481"/>
                  </a:lnTo>
                  <a:lnTo>
                    <a:pt x="118586" y="35719"/>
                  </a:lnTo>
                  <a:lnTo>
                    <a:pt x="118586" y="249079"/>
                  </a:lnTo>
                  <a:lnTo>
                    <a:pt x="105251" y="244316"/>
                  </a:lnTo>
                  <a:lnTo>
                    <a:pt x="93821" y="242411"/>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20" name="Google Shape;1020;p118"/>
            <p:cNvSpPr/>
            <p:nvPr/>
          </p:nvSpPr>
          <p:spPr>
            <a:xfrm>
              <a:off x="-14987" y="4694674"/>
              <a:ext cx="108585" cy="171450"/>
            </a:xfrm>
            <a:custGeom>
              <a:avLst/>
              <a:gdLst/>
              <a:ahLst/>
              <a:cxnLst/>
              <a:rect l="l" t="t" r="r" b="b"/>
              <a:pathLst>
                <a:path w="180975" h="285750" extrusionOk="0">
                  <a:moveTo>
                    <a:pt x="179546" y="218599"/>
                  </a:moveTo>
                  <a:lnTo>
                    <a:pt x="7144" y="285274"/>
                  </a:lnTo>
                  <a:lnTo>
                    <a:pt x="7144" y="7144"/>
                  </a:lnTo>
                  <a:lnTo>
                    <a:pt x="179546" y="68104"/>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21" name="Google Shape;1021;p118"/>
            <p:cNvSpPr/>
            <p:nvPr/>
          </p:nvSpPr>
          <p:spPr>
            <a:xfrm>
              <a:off x="-108042" y="4696386"/>
              <a:ext cx="80010" cy="171450"/>
            </a:xfrm>
            <a:custGeom>
              <a:avLst/>
              <a:gdLst/>
              <a:ahLst/>
              <a:cxnLst/>
              <a:rect l="l" t="t" r="r" b="b"/>
              <a:pathLst>
                <a:path w="133350" h="285750" extrusionOk="0">
                  <a:moveTo>
                    <a:pt x="7144" y="51911"/>
                  </a:moveTo>
                  <a:lnTo>
                    <a:pt x="7144" y="233839"/>
                  </a:lnTo>
                  <a:lnTo>
                    <a:pt x="134779" y="283369"/>
                  </a:lnTo>
                  <a:lnTo>
                    <a:pt x="134779" y="7144"/>
                  </a:lnTo>
                  <a:lnTo>
                    <a:pt x="7144" y="51911"/>
                  </a:lnTo>
                  <a:close/>
                  <a:moveTo>
                    <a:pt x="20479" y="219551"/>
                  </a:moveTo>
                  <a:lnTo>
                    <a:pt x="13811" y="217646"/>
                  </a:lnTo>
                  <a:lnTo>
                    <a:pt x="13811" y="67151"/>
                  </a:lnTo>
                  <a:lnTo>
                    <a:pt x="20479" y="65246"/>
                  </a:lnTo>
                  <a:lnTo>
                    <a:pt x="27146" y="63341"/>
                  </a:lnTo>
                  <a:lnTo>
                    <a:pt x="33814" y="61436"/>
                  </a:lnTo>
                  <a:lnTo>
                    <a:pt x="33814" y="225266"/>
                  </a:lnTo>
                  <a:lnTo>
                    <a:pt x="27146" y="223361"/>
                  </a:lnTo>
                  <a:lnTo>
                    <a:pt x="20479" y="219551"/>
                  </a:lnTo>
                  <a:close/>
                  <a:moveTo>
                    <a:pt x="54769" y="229076"/>
                  </a:moveTo>
                  <a:lnTo>
                    <a:pt x="46196" y="227171"/>
                  </a:lnTo>
                  <a:lnTo>
                    <a:pt x="46196" y="58579"/>
                  </a:lnTo>
                  <a:lnTo>
                    <a:pt x="54769" y="56674"/>
                  </a:lnTo>
                  <a:lnTo>
                    <a:pt x="63341" y="54769"/>
                  </a:lnTo>
                  <a:lnTo>
                    <a:pt x="71914" y="52864"/>
                  </a:lnTo>
                  <a:lnTo>
                    <a:pt x="71914" y="236696"/>
                  </a:lnTo>
                  <a:lnTo>
                    <a:pt x="63341" y="234791"/>
                  </a:lnTo>
                  <a:lnTo>
                    <a:pt x="54769" y="229076"/>
                  </a:lnTo>
                  <a:close/>
                  <a:moveTo>
                    <a:pt x="94774" y="242411"/>
                  </a:moveTo>
                  <a:lnTo>
                    <a:pt x="83344" y="237649"/>
                  </a:lnTo>
                  <a:lnTo>
                    <a:pt x="83344" y="47149"/>
                  </a:lnTo>
                  <a:lnTo>
                    <a:pt x="94774" y="45244"/>
                  </a:lnTo>
                  <a:lnTo>
                    <a:pt x="106204" y="40481"/>
                  </a:lnTo>
                  <a:lnTo>
                    <a:pt x="119539" y="35719"/>
                  </a:lnTo>
                  <a:lnTo>
                    <a:pt x="119539" y="249079"/>
                  </a:lnTo>
                  <a:lnTo>
                    <a:pt x="106204" y="244316"/>
                  </a:lnTo>
                  <a:lnTo>
                    <a:pt x="94774" y="242411"/>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22" name="Google Shape;1022;p118"/>
            <p:cNvSpPr/>
            <p:nvPr/>
          </p:nvSpPr>
          <p:spPr>
            <a:xfrm>
              <a:off x="225358" y="4694674"/>
              <a:ext cx="108585" cy="171450"/>
            </a:xfrm>
            <a:custGeom>
              <a:avLst/>
              <a:gdLst/>
              <a:ahLst/>
              <a:cxnLst/>
              <a:rect l="l" t="t" r="r" b="b"/>
              <a:pathLst>
                <a:path w="180975" h="285750" extrusionOk="0">
                  <a:moveTo>
                    <a:pt x="179546" y="218599"/>
                  </a:moveTo>
                  <a:lnTo>
                    <a:pt x="7144" y="285274"/>
                  </a:lnTo>
                  <a:lnTo>
                    <a:pt x="7144" y="7144"/>
                  </a:lnTo>
                  <a:lnTo>
                    <a:pt x="179546" y="68104"/>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23" name="Google Shape;1023;p118"/>
            <p:cNvSpPr/>
            <p:nvPr/>
          </p:nvSpPr>
          <p:spPr>
            <a:xfrm>
              <a:off x="132874" y="4696386"/>
              <a:ext cx="80010" cy="171450"/>
            </a:xfrm>
            <a:custGeom>
              <a:avLst/>
              <a:gdLst/>
              <a:ahLst/>
              <a:cxnLst/>
              <a:rect l="l" t="t" r="r" b="b"/>
              <a:pathLst>
                <a:path w="133350" h="285750" extrusionOk="0">
                  <a:moveTo>
                    <a:pt x="7144" y="51911"/>
                  </a:moveTo>
                  <a:lnTo>
                    <a:pt x="7144" y="233839"/>
                  </a:lnTo>
                  <a:lnTo>
                    <a:pt x="134779" y="283369"/>
                  </a:lnTo>
                  <a:lnTo>
                    <a:pt x="134779" y="7144"/>
                  </a:lnTo>
                  <a:lnTo>
                    <a:pt x="7144" y="51911"/>
                  </a:lnTo>
                  <a:close/>
                  <a:moveTo>
                    <a:pt x="20479" y="219551"/>
                  </a:moveTo>
                  <a:lnTo>
                    <a:pt x="13811" y="217646"/>
                  </a:lnTo>
                  <a:lnTo>
                    <a:pt x="13811" y="67151"/>
                  </a:lnTo>
                  <a:lnTo>
                    <a:pt x="20479" y="65246"/>
                  </a:lnTo>
                  <a:lnTo>
                    <a:pt x="27146" y="63341"/>
                  </a:lnTo>
                  <a:lnTo>
                    <a:pt x="33814" y="61436"/>
                  </a:lnTo>
                  <a:lnTo>
                    <a:pt x="33814" y="225266"/>
                  </a:lnTo>
                  <a:lnTo>
                    <a:pt x="27146" y="223361"/>
                  </a:lnTo>
                  <a:lnTo>
                    <a:pt x="20479" y="219551"/>
                  </a:lnTo>
                  <a:close/>
                  <a:moveTo>
                    <a:pt x="53816" y="229076"/>
                  </a:moveTo>
                  <a:lnTo>
                    <a:pt x="45244" y="227171"/>
                  </a:lnTo>
                  <a:lnTo>
                    <a:pt x="45244" y="58579"/>
                  </a:lnTo>
                  <a:lnTo>
                    <a:pt x="53816" y="56674"/>
                  </a:lnTo>
                  <a:lnTo>
                    <a:pt x="62389" y="54769"/>
                  </a:lnTo>
                  <a:lnTo>
                    <a:pt x="70961" y="52864"/>
                  </a:lnTo>
                  <a:lnTo>
                    <a:pt x="70961" y="236696"/>
                  </a:lnTo>
                  <a:lnTo>
                    <a:pt x="62389" y="234791"/>
                  </a:lnTo>
                  <a:lnTo>
                    <a:pt x="53816" y="229076"/>
                  </a:lnTo>
                  <a:close/>
                  <a:moveTo>
                    <a:pt x="93821" y="242411"/>
                  </a:moveTo>
                  <a:lnTo>
                    <a:pt x="83344" y="237649"/>
                  </a:lnTo>
                  <a:lnTo>
                    <a:pt x="83344" y="47149"/>
                  </a:lnTo>
                  <a:lnTo>
                    <a:pt x="94774" y="45244"/>
                  </a:lnTo>
                  <a:lnTo>
                    <a:pt x="106204" y="40481"/>
                  </a:lnTo>
                  <a:lnTo>
                    <a:pt x="119539" y="35719"/>
                  </a:lnTo>
                  <a:lnTo>
                    <a:pt x="119539" y="249079"/>
                  </a:lnTo>
                  <a:lnTo>
                    <a:pt x="106204" y="244316"/>
                  </a:lnTo>
                  <a:lnTo>
                    <a:pt x="93821" y="242411"/>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24" name="Google Shape;1024;p118"/>
            <p:cNvSpPr/>
            <p:nvPr/>
          </p:nvSpPr>
          <p:spPr>
            <a:xfrm>
              <a:off x="114035" y="4529686"/>
              <a:ext cx="108585" cy="171450"/>
            </a:xfrm>
            <a:custGeom>
              <a:avLst/>
              <a:gdLst/>
              <a:ahLst/>
              <a:cxnLst/>
              <a:rect l="l" t="t" r="r" b="b"/>
              <a:pathLst>
                <a:path w="180975" h="285750" extrusionOk="0">
                  <a:moveTo>
                    <a:pt x="176689" y="217646"/>
                  </a:moveTo>
                  <a:lnTo>
                    <a:pt x="7144" y="282416"/>
                  </a:lnTo>
                  <a:lnTo>
                    <a:pt x="7144" y="7144"/>
                  </a:lnTo>
                  <a:lnTo>
                    <a:pt x="176689" y="67151"/>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25" name="Google Shape;1025;p118"/>
            <p:cNvSpPr/>
            <p:nvPr/>
          </p:nvSpPr>
          <p:spPr>
            <a:xfrm>
              <a:off x="19837" y="4529686"/>
              <a:ext cx="80010" cy="171450"/>
            </a:xfrm>
            <a:custGeom>
              <a:avLst/>
              <a:gdLst/>
              <a:ahLst/>
              <a:cxnLst/>
              <a:rect l="l" t="t" r="r" b="b"/>
              <a:pathLst>
                <a:path w="133350" h="285750" extrusionOk="0">
                  <a:moveTo>
                    <a:pt x="7144" y="51911"/>
                  </a:moveTo>
                  <a:lnTo>
                    <a:pt x="7144" y="233839"/>
                  </a:lnTo>
                  <a:lnTo>
                    <a:pt x="134779" y="283369"/>
                  </a:lnTo>
                  <a:lnTo>
                    <a:pt x="134779" y="7144"/>
                  </a:lnTo>
                  <a:lnTo>
                    <a:pt x="7144" y="51911"/>
                  </a:lnTo>
                  <a:close/>
                  <a:moveTo>
                    <a:pt x="20479" y="219551"/>
                  </a:moveTo>
                  <a:lnTo>
                    <a:pt x="13811" y="217646"/>
                  </a:lnTo>
                  <a:lnTo>
                    <a:pt x="13811" y="67151"/>
                  </a:lnTo>
                  <a:lnTo>
                    <a:pt x="20479" y="65246"/>
                  </a:lnTo>
                  <a:lnTo>
                    <a:pt x="27146" y="63341"/>
                  </a:lnTo>
                  <a:lnTo>
                    <a:pt x="33814" y="61436"/>
                  </a:lnTo>
                  <a:lnTo>
                    <a:pt x="33814" y="225266"/>
                  </a:lnTo>
                  <a:lnTo>
                    <a:pt x="27146" y="223361"/>
                  </a:lnTo>
                  <a:lnTo>
                    <a:pt x="20479" y="219551"/>
                  </a:lnTo>
                  <a:close/>
                  <a:moveTo>
                    <a:pt x="53816" y="230981"/>
                  </a:moveTo>
                  <a:lnTo>
                    <a:pt x="45244" y="229076"/>
                  </a:lnTo>
                  <a:lnTo>
                    <a:pt x="45244" y="60484"/>
                  </a:lnTo>
                  <a:lnTo>
                    <a:pt x="53816" y="58579"/>
                  </a:lnTo>
                  <a:lnTo>
                    <a:pt x="62389" y="56674"/>
                  </a:lnTo>
                  <a:lnTo>
                    <a:pt x="70961" y="54769"/>
                  </a:lnTo>
                  <a:lnTo>
                    <a:pt x="70961" y="238601"/>
                  </a:lnTo>
                  <a:lnTo>
                    <a:pt x="62389" y="236696"/>
                  </a:lnTo>
                  <a:lnTo>
                    <a:pt x="53816" y="230981"/>
                  </a:lnTo>
                  <a:close/>
                  <a:moveTo>
                    <a:pt x="94774" y="244316"/>
                  </a:moveTo>
                  <a:lnTo>
                    <a:pt x="83344" y="239554"/>
                  </a:lnTo>
                  <a:lnTo>
                    <a:pt x="83344" y="49054"/>
                  </a:lnTo>
                  <a:lnTo>
                    <a:pt x="94774" y="47149"/>
                  </a:lnTo>
                  <a:lnTo>
                    <a:pt x="106204" y="42386"/>
                  </a:lnTo>
                  <a:lnTo>
                    <a:pt x="119539" y="37624"/>
                  </a:lnTo>
                  <a:lnTo>
                    <a:pt x="119539" y="250984"/>
                  </a:lnTo>
                  <a:lnTo>
                    <a:pt x="106204" y="246221"/>
                  </a:lnTo>
                  <a:lnTo>
                    <a:pt x="94774" y="244316"/>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26" name="Google Shape;1026;p118"/>
            <p:cNvSpPr/>
            <p:nvPr/>
          </p:nvSpPr>
          <p:spPr>
            <a:xfrm>
              <a:off x="-125169" y="4529686"/>
              <a:ext cx="108585" cy="171450"/>
            </a:xfrm>
            <a:custGeom>
              <a:avLst/>
              <a:gdLst/>
              <a:ahLst/>
              <a:cxnLst/>
              <a:rect l="l" t="t" r="r" b="b"/>
              <a:pathLst>
                <a:path w="180975" h="285750" extrusionOk="0">
                  <a:moveTo>
                    <a:pt x="176689" y="217646"/>
                  </a:moveTo>
                  <a:lnTo>
                    <a:pt x="7144" y="282416"/>
                  </a:lnTo>
                  <a:lnTo>
                    <a:pt x="7144" y="7144"/>
                  </a:lnTo>
                  <a:lnTo>
                    <a:pt x="176689" y="67151"/>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27" name="Google Shape;1027;p118"/>
            <p:cNvSpPr/>
            <p:nvPr/>
          </p:nvSpPr>
          <p:spPr>
            <a:xfrm>
              <a:off x="-219366" y="4529686"/>
              <a:ext cx="80010" cy="171450"/>
            </a:xfrm>
            <a:custGeom>
              <a:avLst/>
              <a:gdLst/>
              <a:ahLst/>
              <a:cxnLst/>
              <a:rect l="l" t="t" r="r" b="b"/>
              <a:pathLst>
                <a:path w="133350" h="285750" extrusionOk="0">
                  <a:moveTo>
                    <a:pt x="7144" y="51911"/>
                  </a:moveTo>
                  <a:lnTo>
                    <a:pt x="7144" y="233839"/>
                  </a:lnTo>
                  <a:lnTo>
                    <a:pt x="134779" y="283369"/>
                  </a:lnTo>
                  <a:lnTo>
                    <a:pt x="134779" y="7144"/>
                  </a:lnTo>
                  <a:lnTo>
                    <a:pt x="7144" y="51911"/>
                  </a:lnTo>
                  <a:close/>
                  <a:moveTo>
                    <a:pt x="20479" y="219551"/>
                  </a:moveTo>
                  <a:lnTo>
                    <a:pt x="13811" y="217646"/>
                  </a:lnTo>
                  <a:lnTo>
                    <a:pt x="13811" y="67151"/>
                  </a:lnTo>
                  <a:lnTo>
                    <a:pt x="20479" y="65246"/>
                  </a:lnTo>
                  <a:lnTo>
                    <a:pt x="27146" y="63341"/>
                  </a:lnTo>
                  <a:lnTo>
                    <a:pt x="33814" y="61436"/>
                  </a:lnTo>
                  <a:lnTo>
                    <a:pt x="33814" y="225266"/>
                  </a:lnTo>
                  <a:lnTo>
                    <a:pt x="27146" y="223361"/>
                  </a:lnTo>
                  <a:lnTo>
                    <a:pt x="20479" y="219551"/>
                  </a:lnTo>
                  <a:close/>
                  <a:moveTo>
                    <a:pt x="53816" y="230981"/>
                  </a:moveTo>
                  <a:lnTo>
                    <a:pt x="45244" y="229076"/>
                  </a:lnTo>
                  <a:lnTo>
                    <a:pt x="45244" y="60484"/>
                  </a:lnTo>
                  <a:lnTo>
                    <a:pt x="53816" y="58579"/>
                  </a:lnTo>
                  <a:lnTo>
                    <a:pt x="62389" y="56674"/>
                  </a:lnTo>
                  <a:lnTo>
                    <a:pt x="70961" y="54769"/>
                  </a:lnTo>
                  <a:lnTo>
                    <a:pt x="70961" y="238601"/>
                  </a:lnTo>
                  <a:lnTo>
                    <a:pt x="62389" y="236696"/>
                  </a:lnTo>
                  <a:lnTo>
                    <a:pt x="53816" y="230981"/>
                  </a:lnTo>
                  <a:close/>
                  <a:moveTo>
                    <a:pt x="94774" y="244316"/>
                  </a:moveTo>
                  <a:lnTo>
                    <a:pt x="83344" y="239554"/>
                  </a:lnTo>
                  <a:lnTo>
                    <a:pt x="83344" y="49054"/>
                  </a:lnTo>
                  <a:lnTo>
                    <a:pt x="94774" y="47149"/>
                  </a:lnTo>
                  <a:lnTo>
                    <a:pt x="106204" y="42386"/>
                  </a:lnTo>
                  <a:lnTo>
                    <a:pt x="119539" y="37624"/>
                  </a:lnTo>
                  <a:lnTo>
                    <a:pt x="119539" y="250984"/>
                  </a:lnTo>
                  <a:lnTo>
                    <a:pt x="106204" y="246221"/>
                  </a:lnTo>
                  <a:lnTo>
                    <a:pt x="94774" y="244316"/>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28" name="Google Shape;1028;p118"/>
            <p:cNvSpPr/>
            <p:nvPr/>
          </p:nvSpPr>
          <p:spPr>
            <a:xfrm>
              <a:off x="350384" y="4529686"/>
              <a:ext cx="108585" cy="171450"/>
            </a:xfrm>
            <a:custGeom>
              <a:avLst/>
              <a:gdLst/>
              <a:ahLst/>
              <a:cxnLst/>
              <a:rect l="l" t="t" r="r" b="b"/>
              <a:pathLst>
                <a:path w="180975" h="285750" extrusionOk="0">
                  <a:moveTo>
                    <a:pt x="177641" y="217646"/>
                  </a:moveTo>
                  <a:lnTo>
                    <a:pt x="7144" y="282416"/>
                  </a:lnTo>
                  <a:lnTo>
                    <a:pt x="7144" y="7144"/>
                  </a:lnTo>
                  <a:lnTo>
                    <a:pt x="177641" y="67151"/>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29" name="Google Shape;1029;p118"/>
            <p:cNvSpPr/>
            <p:nvPr/>
          </p:nvSpPr>
          <p:spPr>
            <a:xfrm>
              <a:off x="-14987" y="4364127"/>
              <a:ext cx="108585" cy="171450"/>
            </a:xfrm>
            <a:custGeom>
              <a:avLst/>
              <a:gdLst/>
              <a:ahLst/>
              <a:cxnLst/>
              <a:rect l="l" t="t" r="r" b="b"/>
              <a:pathLst>
                <a:path w="180975" h="285750" extrusionOk="0">
                  <a:moveTo>
                    <a:pt x="179546" y="218599"/>
                  </a:moveTo>
                  <a:lnTo>
                    <a:pt x="7144" y="285274"/>
                  </a:lnTo>
                  <a:lnTo>
                    <a:pt x="7144" y="7144"/>
                  </a:lnTo>
                  <a:lnTo>
                    <a:pt x="179546" y="68104"/>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30" name="Google Shape;1030;p118"/>
            <p:cNvSpPr/>
            <p:nvPr/>
          </p:nvSpPr>
          <p:spPr>
            <a:xfrm>
              <a:off x="225358" y="4364127"/>
              <a:ext cx="108585" cy="171450"/>
            </a:xfrm>
            <a:custGeom>
              <a:avLst/>
              <a:gdLst/>
              <a:ahLst/>
              <a:cxnLst/>
              <a:rect l="l" t="t" r="r" b="b"/>
              <a:pathLst>
                <a:path w="180975" h="285750" extrusionOk="0">
                  <a:moveTo>
                    <a:pt x="179546" y="218599"/>
                  </a:moveTo>
                  <a:lnTo>
                    <a:pt x="7144" y="285274"/>
                  </a:lnTo>
                  <a:lnTo>
                    <a:pt x="7144" y="7144"/>
                  </a:lnTo>
                  <a:lnTo>
                    <a:pt x="179546" y="68104"/>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31" name="Google Shape;1031;p118"/>
            <p:cNvSpPr/>
            <p:nvPr/>
          </p:nvSpPr>
          <p:spPr>
            <a:xfrm>
              <a:off x="-14987" y="4694674"/>
              <a:ext cx="108585" cy="171450"/>
            </a:xfrm>
            <a:custGeom>
              <a:avLst/>
              <a:gdLst/>
              <a:ahLst/>
              <a:cxnLst/>
              <a:rect l="l" t="t" r="r" b="b"/>
              <a:pathLst>
                <a:path w="180975" h="285750" extrusionOk="0">
                  <a:moveTo>
                    <a:pt x="179546" y="218599"/>
                  </a:moveTo>
                  <a:lnTo>
                    <a:pt x="7144" y="285274"/>
                  </a:lnTo>
                  <a:lnTo>
                    <a:pt x="7144" y="7144"/>
                  </a:lnTo>
                  <a:lnTo>
                    <a:pt x="179546" y="68104"/>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32" name="Google Shape;1032;p118"/>
            <p:cNvSpPr/>
            <p:nvPr/>
          </p:nvSpPr>
          <p:spPr>
            <a:xfrm>
              <a:off x="225358" y="4694674"/>
              <a:ext cx="108585" cy="171450"/>
            </a:xfrm>
            <a:custGeom>
              <a:avLst/>
              <a:gdLst/>
              <a:ahLst/>
              <a:cxnLst/>
              <a:rect l="l" t="t" r="r" b="b"/>
              <a:pathLst>
                <a:path w="180975" h="285750" extrusionOk="0">
                  <a:moveTo>
                    <a:pt x="179546" y="218599"/>
                  </a:moveTo>
                  <a:lnTo>
                    <a:pt x="7144" y="285274"/>
                  </a:lnTo>
                  <a:lnTo>
                    <a:pt x="7144" y="7144"/>
                  </a:lnTo>
                  <a:lnTo>
                    <a:pt x="179546" y="68104"/>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33" name="Google Shape;1033;p118"/>
            <p:cNvSpPr/>
            <p:nvPr/>
          </p:nvSpPr>
          <p:spPr>
            <a:xfrm>
              <a:off x="114035" y="4529686"/>
              <a:ext cx="108585" cy="171450"/>
            </a:xfrm>
            <a:custGeom>
              <a:avLst/>
              <a:gdLst/>
              <a:ahLst/>
              <a:cxnLst/>
              <a:rect l="l" t="t" r="r" b="b"/>
              <a:pathLst>
                <a:path w="180975" h="285750" extrusionOk="0">
                  <a:moveTo>
                    <a:pt x="176689" y="217646"/>
                  </a:moveTo>
                  <a:lnTo>
                    <a:pt x="7144" y="282416"/>
                  </a:lnTo>
                  <a:lnTo>
                    <a:pt x="7144" y="7144"/>
                  </a:lnTo>
                  <a:lnTo>
                    <a:pt x="176689" y="67151"/>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34" name="Google Shape;1034;p118"/>
            <p:cNvSpPr/>
            <p:nvPr/>
          </p:nvSpPr>
          <p:spPr>
            <a:xfrm>
              <a:off x="-125169" y="4529686"/>
              <a:ext cx="108585" cy="171450"/>
            </a:xfrm>
            <a:custGeom>
              <a:avLst/>
              <a:gdLst/>
              <a:ahLst/>
              <a:cxnLst/>
              <a:rect l="l" t="t" r="r" b="b"/>
              <a:pathLst>
                <a:path w="180975" h="285750" extrusionOk="0">
                  <a:moveTo>
                    <a:pt x="176689" y="217646"/>
                  </a:moveTo>
                  <a:lnTo>
                    <a:pt x="7144" y="282416"/>
                  </a:lnTo>
                  <a:lnTo>
                    <a:pt x="7144" y="7144"/>
                  </a:lnTo>
                  <a:lnTo>
                    <a:pt x="176689" y="67151"/>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35" name="Google Shape;1035;p118"/>
            <p:cNvSpPr/>
            <p:nvPr/>
          </p:nvSpPr>
          <p:spPr>
            <a:xfrm>
              <a:off x="350384" y="4529686"/>
              <a:ext cx="108585" cy="171450"/>
            </a:xfrm>
            <a:custGeom>
              <a:avLst/>
              <a:gdLst/>
              <a:ahLst/>
              <a:cxnLst/>
              <a:rect l="l" t="t" r="r" b="b"/>
              <a:pathLst>
                <a:path w="180975" h="285750" extrusionOk="0">
                  <a:moveTo>
                    <a:pt x="177641" y="217646"/>
                  </a:moveTo>
                  <a:lnTo>
                    <a:pt x="7144" y="282416"/>
                  </a:lnTo>
                  <a:lnTo>
                    <a:pt x="7144" y="7144"/>
                  </a:lnTo>
                  <a:lnTo>
                    <a:pt x="177641" y="67151"/>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sp>
          <p:nvSpPr>
            <p:cNvPr id="1036" name="Google Shape;1036;p118"/>
            <p:cNvSpPr/>
            <p:nvPr/>
          </p:nvSpPr>
          <p:spPr>
            <a:xfrm>
              <a:off x="256186" y="4529686"/>
              <a:ext cx="80010" cy="171450"/>
            </a:xfrm>
            <a:custGeom>
              <a:avLst/>
              <a:gdLst/>
              <a:ahLst/>
              <a:cxnLst/>
              <a:rect l="l" t="t" r="r" b="b"/>
              <a:pathLst>
                <a:path w="133350" h="285750" extrusionOk="0">
                  <a:moveTo>
                    <a:pt x="7144" y="51911"/>
                  </a:moveTo>
                  <a:lnTo>
                    <a:pt x="7144" y="233839"/>
                  </a:lnTo>
                  <a:lnTo>
                    <a:pt x="134779" y="283369"/>
                  </a:lnTo>
                  <a:lnTo>
                    <a:pt x="134779" y="7144"/>
                  </a:lnTo>
                  <a:lnTo>
                    <a:pt x="7144" y="51911"/>
                  </a:lnTo>
                  <a:close/>
                  <a:moveTo>
                    <a:pt x="20479" y="219551"/>
                  </a:moveTo>
                  <a:lnTo>
                    <a:pt x="13811" y="217646"/>
                  </a:lnTo>
                  <a:lnTo>
                    <a:pt x="13811" y="67151"/>
                  </a:lnTo>
                  <a:lnTo>
                    <a:pt x="20479" y="65246"/>
                  </a:lnTo>
                  <a:lnTo>
                    <a:pt x="27146" y="63341"/>
                  </a:lnTo>
                  <a:lnTo>
                    <a:pt x="33814" y="61436"/>
                  </a:lnTo>
                  <a:lnTo>
                    <a:pt x="33814" y="225266"/>
                  </a:lnTo>
                  <a:lnTo>
                    <a:pt x="27146" y="223361"/>
                  </a:lnTo>
                  <a:lnTo>
                    <a:pt x="20479" y="219551"/>
                  </a:lnTo>
                  <a:close/>
                  <a:moveTo>
                    <a:pt x="54769" y="230981"/>
                  </a:moveTo>
                  <a:lnTo>
                    <a:pt x="46196" y="229076"/>
                  </a:lnTo>
                  <a:lnTo>
                    <a:pt x="46196" y="60484"/>
                  </a:lnTo>
                  <a:lnTo>
                    <a:pt x="54769" y="58579"/>
                  </a:lnTo>
                  <a:lnTo>
                    <a:pt x="63341" y="56674"/>
                  </a:lnTo>
                  <a:lnTo>
                    <a:pt x="71914" y="54769"/>
                  </a:lnTo>
                  <a:lnTo>
                    <a:pt x="71914" y="238601"/>
                  </a:lnTo>
                  <a:lnTo>
                    <a:pt x="63341" y="236696"/>
                  </a:lnTo>
                  <a:lnTo>
                    <a:pt x="54769" y="230981"/>
                  </a:lnTo>
                  <a:close/>
                  <a:moveTo>
                    <a:pt x="94774" y="244316"/>
                  </a:moveTo>
                  <a:lnTo>
                    <a:pt x="83344" y="239554"/>
                  </a:lnTo>
                  <a:lnTo>
                    <a:pt x="83344" y="49054"/>
                  </a:lnTo>
                  <a:lnTo>
                    <a:pt x="94774" y="47149"/>
                  </a:lnTo>
                  <a:lnTo>
                    <a:pt x="106204" y="42386"/>
                  </a:lnTo>
                  <a:lnTo>
                    <a:pt x="119539" y="37624"/>
                  </a:lnTo>
                  <a:lnTo>
                    <a:pt x="119539" y="250984"/>
                  </a:lnTo>
                  <a:lnTo>
                    <a:pt x="106204" y="246221"/>
                  </a:lnTo>
                  <a:lnTo>
                    <a:pt x="94774" y="244316"/>
                  </a:lnTo>
                  <a:close/>
                </a:path>
              </a:pathLst>
            </a:custGeom>
            <a:noFill/>
            <a:ln w="9525" cap="flat" cmpd="sng">
              <a:solidFill>
                <a:srgbClr val="7A7A87"/>
              </a:solidFill>
              <a:prstDash val="solid"/>
              <a:miter lim="8000"/>
              <a:headEnd type="none" w="sm" len="sm"/>
              <a:tailEnd type="none" w="sm" len="sm"/>
            </a:ln>
          </p:spPr>
          <p:txBody>
            <a:bodyPr spcFirstLastPara="1" wrap="square" lIns="67225" tIns="33600" rIns="67225" bIns="336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1A1A1A"/>
                </a:solidFill>
                <a:latin typeface="Quattrocento Sans"/>
                <a:ea typeface="Quattrocento Sans"/>
                <a:cs typeface="Quattrocento Sans"/>
                <a:sym typeface="Quattrocento Sans"/>
              </a:endParaRPr>
            </a:p>
          </p:txBody>
        </p:sp>
      </p:grpSp>
      <p:sp>
        <p:nvSpPr>
          <p:cNvPr id="1037" name="Google Shape;1037;p118"/>
          <p:cNvSpPr/>
          <p:nvPr/>
        </p:nvSpPr>
        <p:spPr>
          <a:xfrm>
            <a:off x="6965662" y="1412780"/>
            <a:ext cx="915900" cy="706500"/>
          </a:xfrm>
          <a:prstGeom prst="roundRect">
            <a:avLst>
              <a:gd name="adj" fmla="val 15688"/>
            </a:avLst>
          </a:prstGeom>
          <a:noFill/>
          <a:ln w="19050" cap="flat" cmpd="sng">
            <a:solidFill>
              <a:srgbClr val="D1D1D1"/>
            </a:solidFill>
            <a:prstDash val="solid"/>
            <a:round/>
            <a:headEnd type="none" w="sm" len="sm"/>
            <a:tailEnd type="none" w="sm" len="sm"/>
          </a:ln>
        </p:spPr>
        <p:txBody>
          <a:bodyPr spcFirstLastPara="1" wrap="square" lIns="68575" tIns="68575" rIns="68575" bIns="0" anchor="b" anchorCtr="0">
            <a:noAutofit/>
          </a:bodyPr>
          <a:lstStyle/>
          <a:p>
            <a:pPr marL="0" marR="0" lvl="0" indent="0" algn="ctr" rtl="0">
              <a:lnSpc>
                <a:spcPct val="90000"/>
              </a:lnSpc>
              <a:spcBef>
                <a:spcPts val="0"/>
              </a:spcBef>
              <a:spcAft>
                <a:spcPts val="0"/>
              </a:spcAft>
              <a:buClr>
                <a:srgbClr val="000000"/>
              </a:buClr>
              <a:buSzPts val="900"/>
              <a:buFont typeface="Arial"/>
              <a:buNone/>
            </a:pPr>
            <a:endParaRPr sz="900" b="0" i="0" u="none" strike="noStrike" cap="none">
              <a:solidFill>
                <a:srgbClr val="505050"/>
              </a:solidFill>
              <a:latin typeface="Quattrocento Sans"/>
              <a:ea typeface="Quattrocento Sans"/>
              <a:cs typeface="Quattrocento Sans"/>
              <a:sym typeface="Quattrocento Sans"/>
            </a:endParaRPr>
          </a:p>
        </p:txBody>
      </p:sp>
      <p:sp>
        <p:nvSpPr>
          <p:cNvPr id="1038" name="Google Shape;1038;p118"/>
          <p:cNvSpPr txBox="1"/>
          <p:nvPr/>
        </p:nvSpPr>
        <p:spPr>
          <a:xfrm>
            <a:off x="6984565" y="1431674"/>
            <a:ext cx="907500" cy="1059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rgbClr val="0078D7"/>
                </a:solidFill>
                <a:latin typeface="Quattrocento Sans"/>
                <a:ea typeface="Quattrocento Sans"/>
                <a:cs typeface="Quattrocento Sans"/>
                <a:sym typeface="Quattrocento Sans"/>
              </a:rPr>
              <a:t>Model Serving</a:t>
            </a:r>
            <a:endParaRPr sz="1000" b="0" i="0" u="none" strike="noStrike" cap="none">
              <a:solidFill>
                <a:srgbClr val="000000"/>
              </a:solidFill>
              <a:latin typeface="Arial"/>
              <a:ea typeface="Arial"/>
              <a:cs typeface="Arial"/>
              <a:sym typeface="Arial"/>
            </a:endParaRPr>
          </a:p>
        </p:txBody>
      </p:sp>
      <p:grpSp>
        <p:nvGrpSpPr>
          <p:cNvPr id="1039" name="Google Shape;1039;p118"/>
          <p:cNvGrpSpPr/>
          <p:nvPr/>
        </p:nvGrpSpPr>
        <p:grpSpPr>
          <a:xfrm>
            <a:off x="6903422" y="2319253"/>
            <a:ext cx="1006741" cy="706725"/>
            <a:chOff x="9580049" y="3357031"/>
            <a:chExt cx="1342500" cy="942300"/>
          </a:xfrm>
        </p:grpSpPr>
        <p:sp>
          <p:nvSpPr>
            <p:cNvPr id="1040" name="Google Shape;1040;p118"/>
            <p:cNvSpPr txBox="1"/>
            <p:nvPr/>
          </p:nvSpPr>
          <p:spPr>
            <a:xfrm>
              <a:off x="9633390" y="3943866"/>
              <a:ext cx="1210500" cy="286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rgbClr val="000000"/>
                  </a:solidFill>
                  <a:latin typeface="Quattrocento Sans"/>
                  <a:ea typeface="Quattrocento Sans"/>
                  <a:cs typeface="Quattrocento Sans"/>
                  <a:sym typeface="Quattrocento Sans"/>
                </a:rPr>
                <a:t>Cosmos DB, </a:t>
              </a:r>
              <a:endParaRPr sz="10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rgbClr val="000000"/>
                  </a:solidFill>
                  <a:latin typeface="Quattrocento Sans"/>
                  <a:ea typeface="Quattrocento Sans"/>
                  <a:cs typeface="Quattrocento Sans"/>
                  <a:sym typeface="Quattrocento Sans"/>
                </a:rPr>
                <a:t>SQL DB</a:t>
              </a:r>
              <a:endParaRPr sz="1000" b="0" i="0" u="none" strike="noStrike" cap="none">
                <a:solidFill>
                  <a:srgbClr val="000000"/>
                </a:solidFill>
                <a:latin typeface="Arial"/>
                <a:ea typeface="Arial"/>
                <a:cs typeface="Arial"/>
                <a:sym typeface="Arial"/>
              </a:endParaRPr>
            </a:p>
          </p:txBody>
        </p:sp>
        <p:sp>
          <p:nvSpPr>
            <p:cNvPr id="1041" name="Google Shape;1041;p118"/>
            <p:cNvSpPr/>
            <p:nvPr/>
          </p:nvSpPr>
          <p:spPr>
            <a:xfrm>
              <a:off x="10076731" y="3621270"/>
              <a:ext cx="297612" cy="275605"/>
            </a:xfrm>
            <a:custGeom>
              <a:avLst/>
              <a:gdLst/>
              <a:ahLst/>
              <a:cxnLst/>
              <a:rect l="l" t="t" r="r" b="b"/>
              <a:pathLst>
                <a:path w="4761797" h="4409679" extrusionOk="0">
                  <a:moveTo>
                    <a:pt x="4063449" y="3626137"/>
                  </a:moveTo>
                  <a:lnTo>
                    <a:pt x="4063449" y="3663453"/>
                  </a:lnTo>
                  <a:cubicBezTo>
                    <a:pt x="4063449" y="3850010"/>
                    <a:pt x="4209223" y="3999250"/>
                    <a:pt x="4391441" y="3999250"/>
                  </a:cubicBezTo>
                  <a:cubicBezTo>
                    <a:pt x="4427884" y="3999250"/>
                    <a:pt x="4427884" y="3999250"/>
                    <a:pt x="4427884" y="4036566"/>
                  </a:cubicBezTo>
                  <a:lnTo>
                    <a:pt x="4391441" y="4036566"/>
                  </a:lnTo>
                  <a:cubicBezTo>
                    <a:pt x="4209223" y="4036566"/>
                    <a:pt x="4063449" y="4185807"/>
                    <a:pt x="4063449" y="4372363"/>
                  </a:cubicBezTo>
                  <a:lnTo>
                    <a:pt x="4063449" y="4409679"/>
                  </a:lnTo>
                  <a:cubicBezTo>
                    <a:pt x="4027005" y="4409679"/>
                    <a:pt x="4027005" y="4409679"/>
                    <a:pt x="4027005" y="4372363"/>
                  </a:cubicBezTo>
                  <a:cubicBezTo>
                    <a:pt x="4027005" y="4185807"/>
                    <a:pt x="3881231" y="4036566"/>
                    <a:pt x="3699013" y="4036566"/>
                  </a:cubicBezTo>
                  <a:lnTo>
                    <a:pt x="3662570" y="4036566"/>
                  </a:lnTo>
                  <a:cubicBezTo>
                    <a:pt x="3662570" y="3999250"/>
                    <a:pt x="3699013" y="3999250"/>
                    <a:pt x="3699013" y="3999250"/>
                  </a:cubicBezTo>
                  <a:cubicBezTo>
                    <a:pt x="3881231" y="3999250"/>
                    <a:pt x="4027005" y="3850010"/>
                    <a:pt x="4027005" y="3663453"/>
                  </a:cubicBezTo>
                  <a:cubicBezTo>
                    <a:pt x="4027005" y="3663453"/>
                    <a:pt x="4027005" y="3626137"/>
                    <a:pt x="4063449" y="3626137"/>
                  </a:cubicBezTo>
                  <a:close/>
                  <a:moveTo>
                    <a:pt x="4138826" y="974873"/>
                  </a:moveTo>
                  <a:cubicBezTo>
                    <a:pt x="3989735" y="974873"/>
                    <a:pt x="3840655" y="1012327"/>
                    <a:pt x="3691564" y="1049781"/>
                  </a:cubicBezTo>
                  <a:cubicBezTo>
                    <a:pt x="3579754" y="1087234"/>
                    <a:pt x="3505203" y="1087234"/>
                    <a:pt x="3393393" y="1124699"/>
                  </a:cubicBezTo>
                  <a:lnTo>
                    <a:pt x="3466595" y="1193397"/>
                  </a:lnTo>
                  <a:cubicBezTo>
                    <a:pt x="3506658" y="1230520"/>
                    <a:pt x="3545427" y="1270128"/>
                    <a:pt x="3582738" y="1312220"/>
                  </a:cubicBezTo>
                  <a:cubicBezTo>
                    <a:pt x="3694674" y="1424466"/>
                    <a:pt x="3806611" y="1611539"/>
                    <a:pt x="3881231" y="1761204"/>
                  </a:cubicBezTo>
                  <a:cubicBezTo>
                    <a:pt x="3872490" y="1801333"/>
                    <a:pt x="3843915" y="1836031"/>
                    <a:pt x="3806611" y="1873450"/>
                  </a:cubicBezTo>
                  <a:cubicBezTo>
                    <a:pt x="3470802" y="2210189"/>
                    <a:pt x="3060385" y="2472088"/>
                    <a:pt x="2649956" y="2734000"/>
                  </a:cubicBezTo>
                  <a:cubicBezTo>
                    <a:pt x="2239538" y="2995911"/>
                    <a:pt x="1791805" y="3220403"/>
                    <a:pt x="1344072" y="3370057"/>
                  </a:cubicBezTo>
                  <a:cubicBezTo>
                    <a:pt x="1313560" y="3386386"/>
                    <a:pt x="1295293" y="3393189"/>
                    <a:pt x="1232136" y="3407476"/>
                  </a:cubicBezTo>
                  <a:cubicBezTo>
                    <a:pt x="1064232" y="3220397"/>
                    <a:pt x="942969" y="2995905"/>
                    <a:pt x="882338" y="2752706"/>
                  </a:cubicBezTo>
                  <a:lnTo>
                    <a:pt x="858908" y="2697843"/>
                  </a:lnTo>
                  <a:cubicBezTo>
                    <a:pt x="448915" y="3109856"/>
                    <a:pt x="262554" y="3484415"/>
                    <a:pt x="374375" y="3596787"/>
                  </a:cubicBezTo>
                  <a:cubicBezTo>
                    <a:pt x="448915" y="3746613"/>
                    <a:pt x="821638" y="3746613"/>
                    <a:pt x="1417980" y="3559334"/>
                  </a:cubicBezTo>
                  <a:cubicBezTo>
                    <a:pt x="1865243" y="3409508"/>
                    <a:pt x="2349776" y="3184775"/>
                    <a:pt x="2759768" y="2922576"/>
                  </a:cubicBezTo>
                  <a:cubicBezTo>
                    <a:pt x="3207031" y="2660390"/>
                    <a:pt x="3579754" y="2360738"/>
                    <a:pt x="3952465" y="2023632"/>
                  </a:cubicBezTo>
                  <a:cubicBezTo>
                    <a:pt x="4027017" y="1948725"/>
                    <a:pt x="4101557" y="1873818"/>
                    <a:pt x="4138826" y="1798899"/>
                  </a:cubicBezTo>
                  <a:cubicBezTo>
                    <a:pt x="4474268" y="1424340"/>
                    <a:pt x="4511549" y="1162153"/>
                    <a:pt x="4474268" y="1087234"/>
                  </a:cubicBezTo>
                  <a:cubicBezTo>
                    <a:pt x="4436998" y="1049781"/>
                    <a:pt x="4325188" y="974873"/>
                    <a:pt x="4138826" y="974873"/>
                  </a:cubicBezTo>
                  <a:close/>
                  <a:moveTo>
                    <a:pt x="4165395" y="700025"/>
                  </a:moveTo>
                  <a:cubicBezTo>
                    <a:pt x="4217154" y="699514"/>
                    <a:pt x="4265782" y="702149"/>
                    <a:pt x="4311207" y="708003"/>
                  </a:cubicBezTo>
                  <a:cubicBezTo>
                    <a:pt x="4492909" y="731407"/>
                    <a:pt x="4623359" y="806315"/>
                    <a:pt x="4697899" y="937420"/>
                  </a:cubicBezTo>
                  <a:cubicBezTo>
                    <a:pt x="4846991" y="1199606"/>
                    <a:pt x="4735181" y="1536712"/>
                    <a:pt x="4362458" y="1986178"/>
                  </a:cubicBezTo>
                  <a:cubicBezTo>
                    <a:pt x="4250637" y="2136004"/>
                    <a:pt x="4101557" y="2248377"/>
                    <a:pt x="3989735" y="2360738"/>
                  </a:cubicBezTo>
                  <a:lnTo>
                    <a:pt x="3989253" y="2361116"/>
                  </a:lnTo>
                  <a:lnTo>
                    <a:pt x="3943902" y="2721741"/>
                  </a:lnTo>
                  <a:cubicBezTo>
                    <a:pt x="3915895" y="2839187"/>
                    <a:pt x="3878557" y="2951938"/>
                    <a:pt x="3841218" y="3064677"/>
                  </a:cubicBezTo>
                  <a:cubicBezTo>
                    <a:pt x="3533164" y="3656601"/>
                    <a:pt x="2931059" y="3973711"/>
                    <a:pt x="2318452" y="3936717"/>
                  </a:cubicBezTo>
                  <a:lnTo>
                    <a:pt x="1721994" y="3781140"/>
                  </a:lnTo>
                  <a:lnTo>
                    <a:pt x="1716163" y="3784067"/>
                  </a:lnTo>
                  <a:cubicBezTo>
                    <a:pt x="1380711" y="3896428"/>
                    <a:pt x="1045269" y="3971347"/>
                    <a:pt x="709817" y="4008800"/>
                  </a:cubicBezTo>
                  <a:cubicBezTo>
                    <a:pt x="411645" y="4008800"/>
                    <a:pt x="225284" y="3896428"/>
                    <a:pt x="113474" y="3746613"/>
                  </a:cubicBezTo>
                  <a:cubicBezTo>
                    <a:pt x="-72887" y="3484415"/>
                    <a:pt x="150744" y="2922576"/>
                    <a:pt x="821638" y="2323284"/>
                  </a:cubicBezTo>
                  <a:lnTo>
                    <a:pt x="896327" y="1985696"/>
                  </a:lnTo>
                  <a:cubicBezTo>
                    <a:pt x="970959" y="1686366"/>
                    <a:pt x="1120199" y="1387047"/>
                    <a:pt x="1344072" y="1199974"/>
                  </a:cubicBezTo>
                  <a:cubicBezTo>
                    <a:pt x="1679869" y="900643"/>
                    <a:pt x="2090286" y="760344"/>
                    <a:pt x="2491383" y="779042"/>
                  </a:cubicBezTo>
                  <a:cubicBezTo>
                    <a:pt x="2691932" y="788397"/>
                    <a:pt x="2890147" y="837507"/>
                    <a:pt x="3075538" y="926370"/>
                  </a:cubicBezTo>
                  <a:lnTo>
                    <a:pt x="3095617" y="937273"/>
                  </a:lnTo>
                  <a:lnTo>
                    <a:pt x="3229162" y="887670"/>
                  </a:lnTo>
                  <a:cubicBezTo>
                    <a:pt x="3358446" y="843774"/>
                    <a:pt x="3477253" y="815684"/>
                    <a:pt x="3617024" y="787593"/>
                  </a:cubicBezTo>
                  <a:cubicBezTo>
                    <a:pt x="3826672" y="731404"/>
                    <a:pt x="4010119" y="701558"/>
                    <a:pt x="4165395" y="700025"/>
                  </a:cubicBezTo>
                  <a:close/>
                  <a:moveTo>
                    <a:pt x="637239" y="0"/>
                  </a:moveTo>
                  <a:cubicBezTo>
                    <a:pt x="674728" y="0"/>
                    <a:pt x="712216" y="37488"/>
                    <a:pt x="712216" y="74965"/>
                  </a:cubicBezTo>
                  <a:cubicBezTo>
                    <a:pt x="712216" y="374846"/>
                    <a:pt x="937121" y="599752"/>
                    <a:pt x="1237002" y="599752"/>
                  </a:cubicBezTo>
                  <a:cubicBezTo>
                    <a:pt x="1274479" y="599752"/>
                    <a:pt x="1311967" y="637239"/>
                    <a:pt x="1311967" y="674728"/>
                  </a:cubicBezTo>
                  <a:cubicBezTo>
                    <a:pt x="1311967" y="674728"/>
                    <a:pt x="1274479" y="712216"/>
                    <a:pt x="1237002" y="712216"/>
                  </a:cubicBezTo>
                  <a:cubicBezTo>
                    <a:pt x="937121" y="712216"/>
                    <a:pt x="712216" y="937121"/>
                    <a:pt x="712216" y="1274479"/>
                  </a:cubicBezTo>
                  <a:cubicBezTo>
                    <a:pt x="712216" y="1274479"/>
                    <a:pt x="674728" y="1311967"/>
                    <a:pt x="637239" y="1311967"/>
                  </a:cubicBezTo>
                  <a:lnTo>
                    <a:pt x="599751" y="1274479"/>
                  </a:lnTo>
                  <a:cubicBezTo>
                    <a:pt x="599751" y="937121"/>
                    <a:pt x="337358" y="712216"/>
                    <a:pt x="37488" y="712216"/>
                  </a:cubicBezTo>
                  <a:lnTo>
                    <a:pt x="0" y="674728"/>
                  </a:lnTo>
                  <a:cubicBezTo>
                    <a:pt x="0" y="637239"/>
                    <a:pt x="0" y="599752"/>
                    <a:pt x="37488" y="599752"/>
                  </a:cubicBezTo>
                  <a:cubicBezTo>
                    <a:pt x="337358" y="599752"/>
                    <a:pt x="599751" y="374846"/>
                    <a:pt x="599751" y="74965"/>
                  </a:cubicBezTo>
                  <a:cubicBezTo>
                    <a:pt x="599751" y="37488"/>
                    <a:pt x="637239" y="0"/>
                    <a:pt x="637239" y="0"/>
                  </a:cubicBezTo>
                  <a:close/>
                </a:path>
              </a:pathLst>
            </a:custGeom>
            <a:noFill/>
            <a:ln w="1270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1042" name="Google Shape;1042;p118"/>
            <p:cNvSpPr/>
            <p:nvPr/>
          </p:nvSpPr>
          <p:spPr>
            <a:xfrm>
              <a:off x="9580049" y="3357031"/>
              <a:ext cx="1342500" cy="942300"/>
            </a:xfrm>
            <a:prstGeom prst="roundRect">
              <a:avLst>
                <a:gd name="adj" fmla="val 15688"/>
              </a:avLst>
            </a:prstGeom>
            <a:noFill/>
            <a:ln w="19050" cap="flat" cmpd="sng">
              <a:solidFill>
                <a:srgbClr val="D1D1D1"/>
              </a:solidFill>
              <a:prstDash val="solid"/>
              <a:round/>
              <a:headEnd type="none" w="sm" len="sm"/>
              <a:tailEnd type="none" w="sm" len="sm"/>
            </a:ln>
          </p:spPr>
          <p:txBody>
            <a:bodyPr spcFirstLastPara="1" wrap="square" lIns="68575" tIns="68575" rIns="68575" bIns="0" anchor="b" anchorCtr="0">
              <a:noAutofit/>
            </a:bodyPr>
            <a:lstStyle/>
            <a:p>
              <a:pPr marL="0" marR="0" lvl="0" indent="0" algn="ctr" rtl="0">
                <a:lnSpc>
                  <a:spcPct val="90000"/>
                </a:lnSpc>
                <a:spcBef>
                  <a:spcPts val="0"/>
                </a:spcBef>
                <a:spcAft>
                  <a:spcPts val="0"/>
                </a:spcAft>
                <a:buClr>
                  <a:srgbClr val="000000"/>
                </a:buClr>
                <a:buSzPts val="900"/>
                <a:buFont typeface="Arial"/>
                <a:buNone/>
              </a:pPr>
              <a:endParaRPr sz="900" b="0" i="0" u="none" strike="noStrike" cap="none">
                <a:solidFill>
                  <a:srgbClr val="505050"/>
                </a:solidFill>
                <a:latin typeface="Quattrocento Sans"/>
                <a:ea typeface="Quattrocento Sans"/>
                <a:cs typeface="Quattrocento Sans"/>
                <a:sym typeface="Quattrocento Sans"/>
              </a:endParaRPr>
            </a:p>
          </p:txBody>
        </p:sp>
        <p:sp>
          <p:nvSpPr>
            <p:cNvPr id="1043" name="Google Shape;1043;p118"/>
            <p:cNvSpPr txBox="1"/>
            <p:nvPr/>
          </p:nvSpPr>
          <p:spPr>
            <a:xfrm>
              <a:off x="9651135" y="3435449"/>
              <a:ext cx="1210200" cy="141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rgbClr val="0078D7"/>
                  </a:solidFill>
                  <a:latin typeface="Quattrocento Sans"/>
                  <a:ea typeface="Quattrocento Sans"/>
                  <a:cs typeface="Quattrocento Sans"/>
                  <a:sym typeface="Quattrocento Sans"/>
                </a:rPr>
                <a:t>Operational Databases</a:t>
              </a:r>
              <a:endParaRPr sz="1000" b="0" i="0" u="none" strike="noStrike" cap="none">
                <a:solidFill>
                  <a:srgbClr val="000000"/>
                </a:solidFill>
                <a:latin typeface="Arial"/>
                <a:ea typeface="Arial"/>
                <a:cs typeface="Arial"/>
                <a:sym typeface="Arial"/>
              </a:endParaRPr>
            </a:p>
          </p:txBody>
        </p:sp>
      </p:grpSp>
      <p:cxnSp>
        <p:nvCxnSpPr>
          <p:cNvPr id="1044" name="Google Shape;1044;p118"/>
          <p:cNvCxnSpPr/>
          <p:nvPr/>
        </p:nvCxnSpPr>
        <p:spPr>
          <a:xfrm>
            <a:off x="6117613" y="2908755"/>
            <a:ext cx="2279400" cy="584700"/>
          </a:xfrm>
          <a:prstGeom prst="bentConnector3">
            <a:avLst>
              <a:gd name="adj1" fmla="val 23428"/>
            </a:avLst>
          </a:prstGeom>
          <a:noFill/>
          <a:ln w="19050" cap="flat" cmpd="sng">
            <a:solidFill>
              <a:srgbClr val="9999A2"/>
            </a:solidFill>
            <a:prstDash val="dash"/>
            <a:round/>
            <a:headEnd type="none" w="sm" len="sm"/>
            <a:tailEnd type="none" w="sm" len="sm"/>
          </a:ln>
        </p:spPr>
      </p:cxnSp>
      <p:cxnSp>
        <p:nvCxnSpPr>
          <p:cNvPr id="1045" name="Google Shape;1045;p118"/>
          <p:cNvCxnSpPr/>
          <p:nvPr/>
        </p:nvCxnSpPr>
        <p:spPr>
          <a:xfrm>
            <a:off x="8392515" y="3487935"/>
            <a:ext cx="0" cy="159000"/>
          </a:xfrm>
          <a:prstGeom prst="straightConnector1">
            <a:avLst/>
          </a:prstGeom>
          <a:noFill/>
          <a:ln w="19050" cap="flat" cmpd="sng">
            <a:solidFill>
              <a:srgbClr val="9999A2"/>
            </a:solidFill>
            <a:prstDash val="dash"/>
            <a:round/>
            <a:headEnd type="none" w="sm" len="sm"/>
            <a:tailEnd type="triangle" w="med" len="med"/>
          </a:ln>
        </p:spPr>
      </p:cxnSp>
      <p:cxnSp>
        <p:nvCxnSpPr>
          <p:cNvPr id="1046" name="Google Shape;1046;p118"/>
          <p:cNvCxnSpPr/>
          <p:nvPr/>
        </p:nvCxnSpPr>
        <p:spPr>
          <a:xfrm rot="-5400000" flipH="1">
            <a:off x="7857173" y="1859858"/>
            <a:ext cx="463800" cy="139200"/>
          </a:xfrm>
          <a:prstGeom prst="bentConnector3">
            <a:avLst>
              <a:gd name="adj1" fmla="val 100190"/>
            </a:avLst>
          </a:prstGeom>
          <a:noFill/>
          <a:ln w="19050" cap="flat" cmpd="sng">
            <a:solidFill>
              <a:srgbClr val="9999A2"/>
            </a:solidFill>
            <a:prstDash val="dash"/>
            <a:round/>
            <a:headEnd type="none" w="sm" len="sm"/>
            <a:tailEnd type="triangle" w="med" len="med"/>
          </a:ln>
        </p:spPr>
      </p:cxnSp>
      <p:cxnSp>
        <p:nvCxnSpPr>
          <p:cNvPr id="1047" name="Google Shape;1047;p118"/>
          <p:cNvCxnSpPr/>
          <p:nvPr/>
        </p:nvCxnSpPr>
        <p:spPr>
          <a:xfrm>
            <a:off x="7915035" y="1699101"/>
            <a:ext cx="105300" cy="0"/>
          </a:xfrm>
          <a:prstGeom prst="straightConnector1">
            <a:avLst/>
          </a:prstGeom>
          <a:noFill/>
          <a:ln w="19050" cap="flat" cmpd="sng">
            <a:solidFill>
              <a:srgbClr val="7A7A87"/>
            </a:solidFill>
            <a:prstDash val="dash"/>
            <a:round/>
            <a:headEnd type="none" w="sm" len="sm"/>
            <a:tailEnd type="none" w="sm" len="sm"/>
          </a:ln>
        </p:spPr>
      </p:cxnSp>
      <p:cxnSp>
        <p:nvCxnSpPr>
          <p:cNvPr id="1048" name="Google Shape;1048;p118"/>
          <p:cNvCxnSpPr/>
          <p:nvPr/>
        </p:nvCxnSpPr>
        <p:spPr>
          <a:xfrm rot="-5400000">
            <a:off x="7926720" y="2372674"/>
            <a:ext cx="356400" cy="121500"/>
          </a:xfrm>
          <a:prstGeom prst="bentConnector3">
            <a:avLst>
              <a:gd name="adj1" fmla="val 100117"/>
            </a:avLst>
          </a:prstGeom>
          <a:noFill/>
          <a:ln w="19050" cap="flat" cmpd="sng">
            <a:solidFill>
              <a:srgbClr val="9999A2"/>
            </a:solidFill>
            <a:prstDash val="dash"/>
            <a:round/>
            <a:headEnd type="none" w="sm" len="sm"/>
            <a:tailEnd type="triangle" w="med" len="med"/>
          </a:ln>
        </p:spPr>
      </p:cxnSp>
      <p:cxnSp>
        <p:nvCxnSpPr>
          <p:cNvPr id="1049" name="Google Shape;1049;p118"/>
          <p:cNvCxnSpPr/>
          <p:nvPr/>
        </p:nvCxnSpPr>
        <p:spPr>
          <a:xfrm>
            <a:off x="7939731" y="2619288"/>
            <a:ext cx="105300" cy="0"/>
          </a:xfrm>
          <a:prstGeom prst="straightConnector1">
            <a:avLst/>
          </a:prstGeom>
          <a:noFill/>
          <a:ln w="19050" cap="flat" cmpd="sng">
            <a:solidFill>
              <a:srgbClr val="7A7A87"/>
            </a:solidFill>
            <a:prstDash val="dash"/>
            <a:round/>
            <a:headEnd type="none" w="sm" len="sm"/>
            <a:tailEnd type="none" w="sm" len="sm"/>
          </a:ln>
        </p:spPr>
      </p:cxnSp>
      <p:sp>
        <p:nvSpPr>
          <p:cNvPr id="1050" name="Google Shape;1050;p118"/>
          <p:cNvSpPr/>
          <p:nvPr/>
        </p:nvSpPr>
        <p:spPr>
          <a:xfrm>
            <a:off x="6047915" y="2915188"/>
            <a:ext cx="525300" cy="309900"/>
          </a:xfrm>
          <a:prstGeom prst="rect">
            <a:avLst/>
          </a:prstGeom>
          <a:noFill/>
          <a:ln>
            <a:noFill/>
          </a:ln>
        </p:spPr>
        <p:txBody>
          <a:bodyPr spcFirstLastPara="1" wrap="square" lIns="67225" tIns="33600" rIns="67225" bIns="33600" anchor="t"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rgbClr val="7A7A87"/>
                </a:solidFill>
                <a:latin typeface="Quattrocento Sans"/>
                <a:ea typeface="Quattrocento Sans"/>
                <a:cs typeface="Quattrocento Sans"/>
                <a:sym typeface="Quattrocento Sans"/>
              </a:rPr>
              <a:t>Ad-hoc </a:t>
            </a:r>
            <a:endParaRPr sz="1000" b="0" i="0" u="none" strike="noStrike" cap="none">
              <a:solidFill>
                <a:srgbClr val="000000"/>
              </a:solidFill>
              <a:latin typeface="Arial"/>
              <a:ea typeface="Arial"/>
              <a:cs typeface="Arial"/>
              <a:sym typeface="Arial"/>
            </a:endParaRPr>
          </a:p>
          <a:p>
            <a:pPr marL="0" marR="0" lvl="0" indent="0" algn="ctr" rtl="0">
              <a:lnSpc>
                <a:spcPct val="100000"/>
              </a:lnSpc>
              <a:spcBef>
                <a:spcPts val="200"/>
              </a:spcBef>
              <a:spcAft>
                <a:spcPts val="0"/>
              </a:spcAft>
              <a:buClr>
                <a:srgbClr val="000000"/>
              </a:buClr>
              <a:buSzPts val="700"/>
              <a:buFont typeface="Arial"/>
              <a:buNone/>
            </a:pPr>
            <a:r>
              <a:rPr lang="en-US" sz="700" b="0" i="0" u="none" strike="noStrike" cap="none">
                <a:solidFill>
                  <a:srgbClr val="7A7A87"/>
                </a:solidFill>
                <a:latin typeface="Quattrocento Sans"/>
                <a:ea typeface="Quattrocento Sans"/>
                <a:cs typeface="Quattrocento Sans"/>
                <a:sym typeface="Quattrocento Sans"/>
              </a:rPr>
              <a:t>Analysis</a:t>
            </a:r>
            <a:endParaRPr sz="1000" b="0" i="0" u="none" strike="noStrike" cap="none">
              <a:solidFill>
                <a:srgbClr val="000000"/>
              </a:solidFill>
              <a:latin typeface="Arial"/>
              <a:ea typeface="Arial"/>
              <a:cs typeface="Arial"/>
              <a:sym typeface="Arial"/>
            </a:endParaRPr>
          </a:p>
        </p:txBody>
      </p:sp>
      <p:cxnSp>
        <p:nvCxnSpPr>
          <p:cNvPr id="1051" name="Google Shape;1051;p118"/>
          <p:cNvCxnSpPr/>
          <p:nvPr/>
        </p:nvCxnSpPr>
        <p:spPr>
          <a:xfrm rot="-5400000" flipH="1">
            <a:off x="1272155" y="1931222"/>
            <a:ext cx="987300" cy="326400"/>
          </a:xfrm>
          <a:prstGeom prst="bentConnector3">
            <a:avLst>
              <a:gd name="adj1" fmla="val 99923"/>
            </a:avLst>
          </a:prstGeom>
          <a:noFill/>
          <a:ln w="19050" cap="flat" cmpd="sng">
            <a:solidFill>
              <a:srgbClr val="9999A2"/>
            </a:solidFill>
            <a:prstDash val="dash"/>
            <a:round/>
            <a:headEnd type="none" w="sm" len="sm"/>
            <a:tailEnd type="triangle" w="med" len="med"/>
          </a:ln>
        </p:spPr>
      </p:cxnSp>
      <p:cxnSp>
        <p:nvCxnSpPr>
          <p:cNvPr id="1052" name="Google Shape;1052;p118"/>
          <p:cNvCxnSpPr/>
          <p:nvPr/>
        </p:nvCxnSpPr>
        <p:spPr>
          <a:xfrm>
            <a:off x="1223925" y="1600770"/>
            <a:ext cx="385500" cy="0"/>
          </a:xfrm>
          <a:prstGeom prst="straightConnector1">
            <a:avLst/>
          </a:prstGeom>
          <a:noFill/>
          <a:ln w="19050" cap="flat" cmpd="sng">
            <a:solidFill>
              <a:srgbClr val="7A7A87"/>
            </a:solidFill>
            <a:prstDash val="dash"/>
            <a:round/>
            <a:headEnd type="none" w="sm" len="sm"/>
            <a:tailEnd type="none" w="sm" len="sm"/>
          </a:ln>
        </p:spPr>
      </p:cxnSp>
      <p:grpSp>
        <p:nvGrpSpPr>
          <p:cNvPr id="1053" name="Google Shape;1053;p118"/>
          <p:cNvGrpSpPr/>
          <p:nvPr/>
        </p:nvGrpSpPr>
        <p:grpSpPr>
          <a:xfrm>
            <a:off x="3829656" y="4258437"/>
            <a:ext cx="665867" cy="492347"/>
            <a:chOff x="4031251" y="3038558"/>
            <a:chExt cx="666000" cy="492347"/>
          </a:xfrm>
        </p:grpSpPr>
        <p:pic>
          <p:nvPicPr>
            <p:cNvPr id="1054" name="Google Shape;1054;p118" descr="Image result for Delta LAke logo"/>
            <p:cNvPicPr preferRelativeResize="0"/>
            <p:nvPr/>
          </p:nvPicPr>
          <p:blipFill rotWithShape="1">
            <a:blip r:embed="rId5">
              <a:alphaModFix/>
            </a:blip>
            <a:srcRect r="77603"/>
            <a:stretch/>
          </p:blipFill>
          <p:spPr>
            <a:xfrm>
              <a:off x="4173420" y="3038558"/>
              <a:ext cx="347936" cy="317488"/>
            </a:xfrm>
            <a:prstGeom prst="rect">
              <a:avLst/>
            </a:prstGeom>
            <a:noFill/>
            <a:ln>
              <a:noFill/>
            </a:ln>
          </p:spPr>
        </p:pic>
        <p:sp>
          <p:nvSpPr>
            <p:cNvPr id="1055" name="Google Shape;1055;p118"/>
            <p:cNvSpPr/>
            <p:nvPr/>
          </p:nvSpPr>
          <p:spPr>
            <a:xfrm>
              <a:off x="4031251" y="3355705"/>
              <a:ext cx="666000" cy="175200"/>
            </a:xfrm>
            <a:prstGeom prst="rect">
              <a:avLst/>
            </a:prstGeom>
            <a:noFill/>
            <a:ln>
              <a:noFill/>
            </a:ln>
          </p:spPr>
          <p:txBody>
            <a:bodyPr spcFirstLastPara="1" wrap="square" lIns="67225" tIns="33600" rIns="67225" bIns="33600" anchor="t"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rgbClr val="000000"/>
                  </a:solidFill>
                  <a:latin typeface="Quattrocento Sans"/>
                  <a:ea typeface="Quattrocento Sans"/>
                  <a:cs typeface="Quattrocento Sans"/>
                  <a:sym typeface="Quattrocento Sans"/>
                </a:rPr>
                <a:t>Delta Lake</a:t>
              </a:r>
              <a:endParaRPr sz="1000" b="0" i="0" u="none" strike="noStrike" cap="none">
                <a:solidFill>
                  <a:srgbClr val="000000"/>
                </a:solidFill>
                <a:latin typeface="Arial"/>
                <a:ea typeface="Arial"/>
                <a:cs typeface="Arial"/>
                <a:sym typeface="Arial"/>
              </a:endParaRPr>
            </a:p>
          </p:txBody>
        </p:sp>
      </p:grpSp>
      <p:sp>
        <p:nvSpPr>
          <p:cNvPr id="1056" name="Google Shape;1056;p118"/>
          <p:cNvSpPr/>
          <p:nvPr/>
        </p:nvSpPr>
        <p:spPr>
          <a:xfrm>
            <a:off x="3442577" y="4274024"/>
            <a:ext cx="257364" cy="317142"/>
          </a:xfrm>
          <a:prstGeom prst="flowChartMultidocument">
            <a:avLst/>
          </a:prstGeom>
          <a:noFill/>
          <a:ln w="19050" cap="flat" cmpd="sng">
            <a:solidFill>
              <a:srgbClr val="7A7A87"/>
            </a:solidFill>
            <a:prstDash val="solid"/>
            <a:round/>
            <a:headEnd type="none" w="sm" len="sm"/>
            <a:tailEnd type="none" w="sm" len="sm"/>
          </a:ln>
        </p:spPr>
        <p:txBody>
          <a:bodyPr spcFirstLastPara="1" wrap="square" lIns="67225" tIns="33600" rIns="67225"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7" name="Google Shape;1057;p118"/>
          <p:cNvSpPr/>
          <p:nvPr/>
        </p:nvSpPr>
        <p:spPr>
          <a:xfrm>
            <a:off x="3219019" y="4575458"/>
            <a:ext cx="694800" cy="175200"/>
          </a:xfrm>
          <a:prstGeom prst="rect">
            <a:avLst/>
          </a:prstGeom>
          <a:noFill/>
          <a:ln>
            <a:noFill/>
          </a:ln>
        </p:spPr>
        <p:txBody>
          <a:bodyPr spcFirstLastPara="1" wrap="square" lIns="67225" tIns="33600" rIns="67225" bIns="33600" anchor="t"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rgbClr val="000000"/>
                </a:solidFill>
                <a:latin typeface="Quattrocento Sans"/>
                <a:ea typeface="Quattrocento Sans"/>
                <a:cs typeface="Quattrocento Sans"/>
                <a:sym typeface="Quattrocento Sans"/>
              </a:rPr>
              <a:t>Raw Format</a:t>
            </a:r>
            <a:endParaRPr sz="1000" b="0" i="0" u="none" strike="noStrike" cap="none">
              <a:solidFill>
                <a:srgbClr val="000000"/>
              </a:solidFill>
              <a:latin typeface="Arial"/>
              <a:ea typeface="Arial"/>
              <a:cs typeface="Arial"/>
              <a:sym typeface="Arial"/>
            </a:endParaRPr>
          </a:p>
        </p:txBody>
      </p:sp>
      <p:cxnSp>
        <p:nvCxnSpPr>
          <p:cNvPr id="1058" name="Google Shape;1058;p118"/>
          <p:cNvCxnSpPr/>
          <p:nvPr/>
        </p:nvCxnSpPr>
        <p:spPr>
          <a:xfrm>
            <a:off x="3765516" y="4411959"/>
            <a:ext cx="204000" cy="0"/>
          </a:xfrm>
          <a:prstGeom prst="straightConnector1">
            <a:avLst/>
          </a:prstGeom>
          <a:noFill/>
          <a:ln w="12700" cap="flat" cmpd="sng">
            <a:solidFill>
              <a:schemeClr val="lt2"/>
            </a:solidFill>
            <a:prstDash val="solid"/>
            <a:round/>
            <a:headEnd type="none" w="sm" len="sm"/>
            <a:tailEnd type="triangle" w="med" len="med"/>
          </a:ln>
        </p:spPr>
      </p:cxnSp>
      <p:sp>
        <p:nvSpPr>
          <p:cNvPr id="1059" name="Google Shape;1059;p118"/>
          <p:cNvSpPr/>
          <p:nvPr/>
        </p:nvSpPr>
        <p:spPr>
          <a:xfrm>
            <a:off x="6936943" y="4111338"/>
            <a:ext cx="942900" cy="321900"/>
          </a:xfrm>
          <a:prstGeom prst="rect">
            <a:avLst/>
          </a:prstGeom>
          <a:noFill/>
          <a:ln>
            <a:noFill/>
          </a:ln>
        </p:spPr>
        <p:txBody>
          <a:bodyPr spcFirstLastPara="1" wrap="square" lIns="67225" tIns="33600" rIns="67225" bIns="3360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Quattrocento Sans"/>
                <a:ea typeface="Quattrocento Sans"/>
                <a:cs typeface="Quattrocento Sans"/>
                <a:sym typeface="Quattrocento Sans"/>
              </a:rPr>
              <a:t>Azure Synapse Data Warehouse</a:t>
            </a:r>
            <a:endParaRPr sz="1000" b="0" i="0" u="none" strike="noStrike" cap="none">
              <a:solidFill>
                <a:srgbClr val="000000"/>
              </a:solidFill>
              <a:latin typeface="Arial"/>
              <a:ea typeface="Arial"/>
              <a:cs typeface="Arial"/>
              <a:sym typeface="Arial"/>
            </a:endParaRPr>
          </a:p>
        </p:txBody>
      </p:sp>
      <p:sp>
        <p:nvSpPr>
          <p:cNvPr id="1060" name="Google Shape;1060;p118"/>
          <p:cNvSpPr/>
          <p:nvPr/>
        </p:nvSpPr>
        <p:spPr>
          <a:xfrm>
            <a:off x="7308331" y="102583"/>
            <a:ext cx="1561500" cy="652500"/>
          </a:xfrm>
          <a:prstGeom prst="rect">
            <a:avLst/>
          </a:prstGeom>
          <a:solidFill>
            <a:srgbClr val="FFFFFF"/>
          </a:solidFill>
          <a:ln>
            <a:noFill/>
          </a:ln>
        </p:spPr>
        <p:txBody>
          <a:bodyPr spcFirstLastPara="1" wrap="square" lIns="134475" tIns="107575" rIns="134475" bIns="107575"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pic>
        <p:nvPicPr>
          <p:cNvPr id="1061" name="Google Shape;1061;p118"/>
          <p:cNvPicPr preferRelativeResize="0"/>
          <p:nvPr/>
        </p:nvPicPr>
        <p:blipFill rotWithShape="1">
          <a:blip r:embed="rId6">
            <a:alphaModFix/>
          </a:blip>
          <a:srcRect/>
          <a:stretch/>
        </p:blipFill>
        <p:spPr>
          <a:xfrm>
            <a:off x="5022885" y="1452923"/>
            <a:ext cx="364675" cy="364675"/>
          </a:xfrm>
          <a:prstGeom prst="rect">
            <a:avLst/>
          </a:prstGeom>
          <a:noFill/>
          <a:ln>
            <a:noFill/>
          </a:ln>
        </p:spPr>
      </p:pic>
      <p:pic>
        <p:nvPicPr>
          <p:cNvPr id="1062" name="Google Shape;1062;p118" descr="Image result for mlflow logo transparent background"/>
          <p:cNvPicPr preferRelativeResize="0"/>
          <p:nvPr/>
        </p:nvPicPr>
        <p:blipFill rotWithShape="1">
          <a:blip r:embed="rId7">
            <a:alphaModFix/>
          </a:blip>
          <a:srcRect/>
          <a:stretch/>
        </p:blipFill>
        <p:spPr>
          <a:xfrm>
            <a:off x="5560143" y="1470424"/>
            <a:ext cx="665925" cy="256599"/>
          </a:xfrm>
          <a:prstGeom prst="rect">
            <a:avLst/>
          </a:prstGeom>
          <a:noFill/>
          <a:ln>
            <a:noFill/>
          </a:ln>
        </p:spPr>
      </p:pic>
      <p:sp>
        <p:nvSpPr>
          <p:cNvPr id="1063" name="Google Shape;1063;p118"/>
          <p:cNvSpPr/>
          <p:nvPr/>
        </p:nvSpPr>
        <p:spPr>
          <a:xfrm>
            <a:off x="5334956" y="1488984"/>
            <a:ext cx="121500" cy="281100"/>
          </a:xfrm>
          <a:prstGeom prst="rect">
            <a:avLst/>
          </a:prstGeom>
          <a:noFill/>
          <a:ln>
            <a:noFill/>
          </a:ln>
        </p:spPr>
        <p:txBody>
          <a:bodyPr spcFirstLastPara="1" wrap="square" lIns="67225" tIns="33600" rIns="67225" bIns="33600" anchor="t"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Quattrocento Sans"/>
                <a:ea typeface="Quattrocento Sans"/>
                <a:cs typeface="Quattrocento Sans"/>
                <a:sym typeface="Quattrocento Sans"/>
              </a:rPr>
              <a:t>+</a:t>
            </a:r>
            <a:endParaRPr sz="1000" b="0" i="0" u="none" strike="noStrike" cap="none">
              <a:solidFill>
                <a:srgbClr val="000000"/>
              </a:solidFill>
              <a:latin typeface="Arial"/>
              <a:ea typeface="Arial"/>
              <a:cs typeface="Arial"/>
              <a:sym typeface="Arial"/>
            </a:endParaRPr>
          </a:p>
        </p:txBody>
      </p:sp>
      <p:cxnSp>
        <p:nvCxnSpPr>
          <p:cNvPr id="1064" name="Google Shape;1064;p118"/>
          <p:cNvCxnSpPr/>
          <p:nvPr/>
        </p:nvCxnSpPr>
        <p:spPr>
          <a:xfrm rot="10800000" flipH="1">
            <a:off x="5579604" y="1701751"/>
            <a:ext cx="6600" cy="529800"/>
          </a:xfrm>
          <a:prstGeom prst="straightConnector1">
            <a:avLst/>
          </a:prstGeom>
          <a:noFill/>
          <a:ln w="19050" cap="flat" cmpd="sng">
            <a:solidFill>
              <a:srgbClr val="9999A2"/>
            </a:solidFill>
            <a:prstDash val="dash"/>
            <a:round/>
            <a:headEnd type="triangle" w="med" len="med"/>
            <a:tailEnd type="triangle" w="med" len="med"/>
          </a:ln>
        </p:spPr>
      </p:cxnSp>
      <p:cxnSp>
        <p:nvCxnSpPr>
          <p:cNvPr id="1065" name="Google Shape;1065;p118"/>
          <p:cNvCxnSpPr>
            <a:stCxn id="1062" idx="3"/>
          </p:cNvCxnSpPr>
          <p:nvPr/>
        </p:nvCxnSpPr>
        <p:spPr>
          <a:xfrm rot="10800000" flipH="1">
            <a:off x="6226068" y="1596623"/>
            <a:ext cx="578100" cy="2100"/>
          </a:xfrm>
          <a:prstGeom prst="bentConnector3">
            <a:avLst>
              <a:gd name="adj1" fmla="val 50000"/>
            </a:avLst>
          </a:prstGeom>
          <a:noFill/>
          <a:ln w="19050" cap="flat" cmpd="sng">
            <a:solidFill>
              <a:srgbClr val="999999"/>
            </a:solidFill>
            <a:prstDash val="dash"/>
            <a:round/>
            <a:headEnd type="none" w="sm" len="sm"/>
            <a:tailEnd type="triangle" w="med" len="med"/>
          </a:ln>
        </p:spPr>
      </p:cxnSp>
      <p:pic>
        <p:nvPicPr>
          <p:cNvPr id="1066" name="Google Shape;1066;p118"/>
          <p:cNvPicPr preferRelativeResize="0"/>
          <p:nvPr/>
        </p:nvPicPr>
        <p:blipFill rotWithShape="1">
          <a:blip r:embed="rId8">
            <a:alphaModFix/>
          </a:blip>
          <a:srcRect/>
          <a:stretch/>
        </p:blipFill>
        <p:spPr>
          <a:xfrm>
            <a:off x="7125625" y="3547950"/>
            <a:ext cx="583499" cy="583499"/>
          </a:xfrm>
          <a:prstGeom prst="rect">
            <a:avLst/>
          </a:prstGeom>
          <a:noFill/>
          <a:ln>
            <a:noFill/>
          </a:ln>
        </p:spPr>
      </p:pic>
      <p:pic>
        <p:nvPicPr>
          <p:cNvPr id="1067" name="Google Shape;1067;p118"/>
          <p:cNvPicPr preferRelativeResize="0"/>
          <p:nvPr/>
        </p:nvPicPr>
        <p:blipFill rotWithShape="1">
          <a:blip r:embed="rId9">
            <a:alphaModFix/>
          </a:blip>
          <a:srcRect/>
          <a:stretch/>
        </p:blipFill>
        <p:spPr>
          <a:xfrm>
            <a:off x="8042225" y="3643725"/>
            <a:ext cx="717300" cy="529149"/>
          </a:xfrm>
          <a:prstGeom prst="rect">
            <a:avLst/>
          </a:prstGeom>
          <a:noFill/>
          <a:ln>
            <a:noFill/>
          </a:ln>
        </p:spPr>
      </p:pic>
      <p:sp>
        <p:nvSpPr>
          <p:cNvPr id="1068" name="Google Shape;1068;p118"/>
          <p:cNvSpPr txBox="1">
            <a:spLocks noGrp="1"/>
          </p:cNvSpPr>
          <p:nvPr>
            <p:ph type="title"/>
          </p:nvPr>
        </p:nvSpPr>
        <p:spPr>
          <a:xfrm>
            <a:off x="342000" y="330375"/>
            <a:ext cx="7302300" cy="424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None/>
            </a:pPr>
            <a:r>
              <a:rPr lang="en-US" sz="2300">
                <a:latin typeface="Open Sans"/>
                <a:ea typeface="Open Sans"/>
                <a:cs typeface="Open Sans"/>
                <a:sym typeface="Open Sans"/>
              </a:rPr>
              <a:t>End-To-End Modern Data Architecture on Azure</a:t>
            </a:r>
            <a:endParaRPr sz="2300">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152"/>
          <p:cNvSpPr/>
          <p:nvPr/>
        </p:nvSpPr>
        <p:spPr>
          <a:xfrm>
            <a:off x="4917490" y="798596"/>
            <a:ext cx="2118300" cy="3964500"/>
          </a:xfrm>
          <a:prstGeom prst="rect">
            <a:avLst/>
          </a:prstGeom>
          <a:solidFill>
            <a:srgbClr val="F2F2F2">
              <a:alpha val="49020"/>
            </a:srgbClr>
          </a:solidFill>
          <a:ln w="12700" cap="flat" cmpd="sng">
            <a:solidFill>
              <a:srgbClr val="D2D2D2"/>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78D7"/>
              </a:solidFill>
              <a:latin typeface="Quattrocento Sans"/>
              <a:ea typeface="Quattrocento Sans"/>
              <a:cs typeface="Quattrocento Sans"/>
              <a:sym typeface="Quattrocento Sans"/>
            </a:endParaRPr>
          </a:p>
        </p:txBody>
      </p:sp>
      <p:sp>
        <p:nvSpPr>
          <p:cNvPr id="1823" name="Google Shape;1823;p152"/>
          <p:cNvSpPr/>
          <p:nvPr/>
        </p:nvSpPr>
        <p:spPr>
          <a:xfrm>
            <a:off x="7114074" y="791026"/>
            <a:ext cx="1882200" cy="3964500"/>
          </a:xfrm>
          <a:prstGeom prst="rect">
            <a:avLst/>
          </a:prstGeom>
          <a:solidFill>
            <a:srgbClr val="F2F2F2">
              <a:alpha val="49020"/>
            </a:srgbClr>
          </a:solidFill>
          <a:ln w="12700" cap="flat" cmpd="sng">
            <a:solidFill>
              <a:srgbClr val="D2D2D2"/>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78D7"/>
              </a:solidFill>
              <a:latin typeface="Quattrocento Sans"/>
              <a:ea typeface="Quattrocento Sans"/>
              <a:cs typeface="Quattrocento Sans"/>
              <a:sym typeface="Quattrocento Sans"/>
            </a:endParaRPr>
          </a:p>
        </p:txBody>
      </p:sp>
      <p:sp>
        <p:nvSpPr>
          <p:cNvPr id="1824" name="Google Shape;1824;p152"/>
          <p:cNvSpPr/>
          <p:nvPr/>
        </p:nvSpPr>
        <p:spPr>
          <a:xfrm>
            <a:off x="3282924" y="800001"/>
            <a:ext cx="1573500" cy="3964500"/>
          </a:xfrm>
          <a:prstGeom prst="rect">
            <a:avLst/>
          </a:prstGeom>
          <a:solidFill>
            <a:srgbClr val="F2F2F2">
              <a:alpha val="49020"/>
            </a:srgbClr>
          </a:solidFill>
          <a:ln w="12700" cap="flat" cmpd="sng">
            <a:solidFill>
              <a:srgbClr val="D2D2D2"/>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78D7"/>
              </a:solidFill>
              <a:latin typeface="Quattrocento Sans"/>
              <a:ea typeface="Quattrocento Sans"/>
              <a:cs typeface="Quattrocento Sans"/>
              <a:sym typeface="Quattrocento Sans"/>
            </a:endParaRPr>
          </a:p>
        </p:txBody>
      </p:sp>
      <p:sp>
        <p:nvSpPr>
          <p:cNvPr id="1825" name="Google Shape;1825;p152"/>
          <p:cNvSpPr/>
          <p:nvPr/>
        </p:nvSpPr>
        <p:spPr>
          <a:xfrm>
            <a:off x="1381654" y="797235"/>
            <a:ext cx="1833900" cy="3964500"/>
          </a:xfrm>
          <a:prstGeom prst="rect">
            <a:avLst/>
          </a:prstGeom>
          <a:solidFill>
            <a:srgbClr val="F2F2F2">
              <a:alpha val="49020"/>
            </a:srgbClr>
          </a:solidFill>
          <a:ln>
            <a:noFill/>
          </a:ln>
        </p:spPr>
        <p:txBody>
          <a:bodyPr spcFirstLastPara="1" wrap="square" lIns="137125" tIns="109700" rIns="137125" bIns="109700" anchor="t"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78D7"/>
              </a:solidFill>
              <a:latin typeface="Quattrocento Sans"/>
              <a:ea typeface="Quattrocento Sans"/>
              <a:cs typeface="Quattrocento Sans"/>
              <a:sym typeface="Quattrocento Sans"/>
            </a:endParaRPr>
          </a:p>
        </p:txBody>
      </p:sp>
      <p:sp>
        <p:nvSpPr>
          <p:cNvPr id="1826" name="Google Shape;1826;p152"/>
          <p:cNvSpPr txBox="1"/>
          <p:nvPr/>
        </p:nvSpPr>
        <p:spPr>
          <a:xfrm>
            <a:off x="282543" y="180494"/>
            <a:ext cx="7046400" cy="492900"/>
          </a:xfrm>
          <a:prstGeom prst="rect">
            <a:avLst/>
          </a:prstGeom>
          <a:noFill/>
          <a:ln>
            <a:noFill/>
          </a:ln>
        </p:spPr>
        <p:txBody>
          <a:bodyPr spcFirstLastPara="1" wrap="square" lIns="67200" tIns="33600" rIns="67200" bIns="33600" anchor="b" anchorCtr="0">
            <a:noAutofit/>
          </a:bodyPr>
          <a:lstStyle/>
          <a:p>
            <a:pPr marL="0" marR="0" lvl="0" indent="0" algn="l" rtl="0">
              <a:lnSpc>
                <a:spcPct val="100000"/>
              </a:lnSpc>
              <a:spcBef>
                <a:spcPts val="0"/>
              </a:spcBef>
              <a:spcAft>
                <a:spcPts val="0"/>
              </a:spcAft>
              <a:buClr>
                <a:srgbClr val="000000"/>
              </a:buClr>
              <a:buSzPts val="2700"/>
              <a:buFont typeface="Arial"/>
              <a:buNone/>
            </a:pPr>
            <a:r>
              <a:rPr lang="en-US" sz="2700" b="0" i="0" u="none" strike="noStrike" cap="none">
                <a:solidFill>
                  <a:schemeClr val="dk2"/>
                </a:solidFill>
                <a:latin typeface="Calibri"/>
                <a:ea typeface="Calibri"/>
                <a:cs typeface="Calibri"/>
                <a:sym typeface="Calibri"/>
              </a:rPr>
              <a:t>Azure - Modern Data Warehouse</a:t>
            </a:r>
            <a:endParaRPr sz="3600" b="0" i="0" u="none" strike="noStrike" cap="none">
              <a:solidFill>
                <a:schemeClr val="dk2"/>
              </a:solidFill>
              <a:latin typeface="Calibri"/>
              <a:ea typeface="Calibri"/>
              <a:cs typeface="Calibri"/>
              <a:sym typeface="Calibri"/>
            </a:endParaRPr>
          </a:p>
        </p:txBody>
      </p:sp>
      <p:cxnSp>
        <p:nvCxnSpPr>
          <p:cNvPr id="1827" name="Google Shape;1827;p152"/>
          <p:cNvCxnSpPr>
            <a:endCxn id="1828" idx="0"/>
          </p:cNvCxnSpPr>
          <p:nvPr/>
        </p:nvCxnSpPr>
        <p:spPr>
          <a:xfrm flipH="1">
            <a:off x="7697035" y="2789972"/>
            <a:ext cx="3000" cy="852300"/>
          </a:xfrm>
          <a:prstGeom prst="straightConnector1">
            <a:avLst/>
          </a:prstGeom>
          <a:noFill/>
          <a:ln w="12700" cap="flat" cmpd="sng">
            <a:solidFill>
              <a:schemeClr val="dk2"/>
            </a:solidFill>
            <a:prstDash val="solid"/>
            <a:round/>
            <a:headEnd type="none" w="sm" len="sm"/>
            <a:tailEnd type="triangle" w="med" len="med"/>
          </a:ln>
        </p:spPr>
      </p:cxnSp>
      <p:sp>
        <p:nvSpPr>
          <p:cNvPr id="1829" name="Google Shape;1829;p152"/>
          <p:cNvSpPr/>
          <p:nvPr/>
        </p:nvSpPr>
        <p:spPr>
          <a:xfrm>
            <a:off x="7130553" y="2799570"/>
            <a:ext cx="645900" cy="1791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rgbClr val="9999A2"/>
                </a:solidFill>
                <a:latin typeface="Quattrocento Sans"/>
                <a:ea typeface="Quattrocento Sans"/>
                <a:cs typeface="Quattrocento Sans"/>
                <a:sym typeface="Quattrocento Sans"/>
              </a:rPr>
              <a:t>Polybase</a:t>
            </a:r>
            <a:endParaRPr sz="1029" b="0" i="0" u="none" strike="noStrike" cap="none">
              <a:solidFill>
                <a:srgbClr val="000000"/>
              </a:solidFill>
              <a:latin typeface="Arial"/>
              <a:ea typeface="Arial"/>
              <a:cs typeface="Arial"/>
              <a:sym typeface="Arial"/>
            </a:endParaRPr>
          </a:p>
        </p:txBody>
      </p:sp>
      <p:cxnSp>
        <p:nvCxnSpPr>
          <p:cNvPr id="1830" name="Google Shape;1830;p152"/>
          <p:cNvCxnSpPr/>
          <p:nvPr/>
        </p:nvCxnSpPr>
        <p:spPr>
          <a:xfrm rot="-5400000">
            <a:off x="4331346" y="3095556"/>
            <a:ext cx="1209900" cy="388800"/>
          </a:xfrm>
          <a:prstGeom prst="bentConnector3">
            <a:avLst>
              <a:gd name="adj1" fmla="val 99733"/>
            </a:avLst>
          </a:prstGeom>
          <a:noFill/>
          <a:ln w="12700" cap="flat" cmpd="sng">
            <a:solidFill>
              <a:schemeClr val="dk2"/>
            </a:solidFill>
            <a:prstDash val="solid"/>
            <a:round/>
            <a:headEnd type="none" w="sm" len="sm"/>
            <a:tailEnd type="triangle" w="med" len="med"/>
          </a:ln>
        </p:spPr>
      </p:cxnSp>
      <p:sp>
        <p:nvSpPr>
          <p:cNvPr id="1831" name="Google Shape;1831;p152"/>
          <p:cNvSpPr/>
          <p:nvPr/>
        </p:nvSpPr>
        <p:spPr>
          <a:xfrm>
            <a:off x="2427150" y="3562800"/>
            <a:ext cx="4427100" cy="1026600"/>
          </a:xfrm>
          <a:prstGeom prst="rect">
            <a:avLst/>
          </a:prstGeom>
          <a:noFill/>
          <a:ln w="9525" cap="flat" cmpd="sng">
            <a:solidFill>
              <a:srgbClr val="9999A2"/>
            </a:solidFill>
            <a:prstDash val="lgDash"/>
            <a:round/>
            <a:headEnd type="none" w="sm" len="sm"/>
            <a:tailEnd type="none" w="sm" len="sm"/>
          </a:ln>
        </p:spPr>
        <p:txBody>
          <a:bodyPr spcFirstLastPara="1" wrap="square" lIns="137125" tIns="109700" rIns="137125" bIns="109700" anchor="t"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78D7"/>
              </a:solidFill>
              <a:latin typeface="Quattrocento Sans"/>
              <a:ea typeface="Quattrocento Sans"/>
              <a:cs typeface="Quattrocento Sans"/>
              <a:sym typeface="Quattrocento Sans"/>
            </a:endParaRPr>
          </a:p>
        </p:txBody>
      </p:sp>
      <p:cxnSp>
        <p:nvCxnSpPr>
          <p:cNvPr id="1832" name="Google Shape;1832;p152"/>
          <p:cNvCxnSpPr/>
          <p:nvPr/>
        </p:nvCxnSpPr>
        <p:spPr>
          <a:xfrm rot="-5400000">
            <a:off x="2755916" y="2808444"/>
            <a:ext cx="943500" cy="771600"/>
          </a:xfrm>
          <a:prstGeom prst="bentConnector3">
            <a:avLst>
              <a:gd name="adj1" fmla="val 100040"/>
            </a:avLst>
          </a:prstGeom>
          <a:noFill/>
          <a:ln w="12700" cap="flat" cmpd="sng">
            <a:solidFill>
              <a:schemeClr val="dk2"/>
            </a:solidFill>
            <a:prstDash val="solid"/>
            <a:round/>
            <a:headEnd type="none" w="sm" len="sm"/>
            <a:tailEnd type="triangle" w="med" len="med"/>
          </a:ln>
        </p:spPr>
      </p:cxnSp>
      <p:sp>
        <p:nvSpPr>
          <p:cNvPr id="1833" name="Google Shape;1833;p152"/>
          <p:cNvSpPr/>
          <p:nvPr/>
        </p:nvSpPr>
        <p:spPr>
          <a:xfrm>
            <a:off x="3290339" y="823794"/>
            <a:ext cx="1538100" cy="969300"/>
          </a:xfrm>
          <a:prstGeom prst="rect">
            <a:avLst/>
          </a:prstGeom>
          <a:noFill/>
          <a:ln>
            <a:noFill/>
          </a:ln>
        </p:spPr>
        <p:txBody>
          <a:bodyPr spcFirstLastPara="1" wrap="square" lIns="67200" tIns="33600" rIns="67200" bIns="336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0000"/>
                </a:solidFill>
                <a:latin typeface="Quattrocento Sans"/>
                <a:ea typeface="Quattrocento Sans"/>
                <a:cs typeface="Quattrocento Sans"/>
                <a:sym typeface="Quattrocento Sans"/>
              </a:rPr>
              <a:t>Step 2</a:t>
            </a:r>
            <a:endParaRPr sz="1029" b="0" i="0" u="none" strike="noStrike" cap="none">
              <a:solidFill>
                <a:srgbClr val="000000"/>
              </a:solidFill>
              <a:latin typeface="Arial"/>
              <a:ea typeface="Arial"/>
              <a:cs typeface="Arial"/>
              <a:sym typeface="Arial"/>
            </a:endParaRPr>
          </a:p>
          <a:p>
            <a:pPr marL="0" marR="0" lvl="0" indent="0" algn="l" rtl="0">
              <a:lnSpc>
                <a:spcPct val="100000"/>
              </a:lnSpc>
              <a:spcBef>
                <a:spcPts val="225"/>
              </a:spcBef>
              <a:spcAft>
                <a:spcPts val="0"/>
              </a:spcAft>
              <a:buClr>
                <a:srgbClr val="000000"/>
              </a:buClr>
              <a:buSzPts val="300"/>
              <a:buFont typeface="Arial"/>
              <a:buNone/>
            </a:pPr>
            <a:endParaRPr sz="300" b="1" i="0" u="none" strike="noStrike" cap="none">
              <a:solidFill>
                <a:srgbClr val="000000"/>
              </a:solidFill>
              <a:latin typeface="Quattrocento Sans"/>
              <a:ea typeface="Quattrocento Sans"/>
              <a:cs typeface="Quattrocento Sans"/>
              <a:sym typeface="Quattrocento Sans"/>
            </a:endParaRPr>
          </a:p>
          <a:p>
            <a:pPr marL="0" marR="0" lvl="0" indent="0" algn="l" rtl="0">
              <a:lnSpc>
                <a:spcPct val="100000"/>
              </a:lnSpc>
              <a:spcBef>
                <a:spcPts val="225"/>
              </a:spcBef>
              <a:spcAft>
                <a:spcPts val="0"/>
              </a:spcAft>
              <a:buClr>
                <a:srgbClr val="000000"/>
              </a:buClr>
              <a:buSzPts val="900"/>
              <a:buFont typeface="Arial"/>
              <a:buNone/>
            </a:pPr>
            <a:r>
              <a:rPr lang="en-US" sz="900" b="0" i="0" u="none" strike="noStrike" cap="none">
                <a:solidFill>
                  <a:srgbClr val="000000"/>
                </a:solidFill>
                <a:latin typeface="Quattrocento Sans"/>
                <a:ea typeface="Quattrocento Sans"/>
                <a:cs typeface="Quattrocento Sans"/>
                <a:sym typeface="Quattrocento Sans"/>
              </a:rPr>
              <a:t>Use Azure Databricks to </a:t>
            </a:r>
            <a:endParaRPr sz="1029" b="0" i="0" u="none" strike="noStrike" cap="none">
              <a:solidFill>
                <a:srgbClr val="000000"/>
              </a:solidFill>
              <a:latin typeface="Arial"/>
              <a:ea typeface="Arial"/>
              <a:cs typeface="Arial"/>
              <a:sym typeface="Arial"/>
            </a:endParaRPr>
          </a:p>
          <a:p>
            <a:pPr marL="128576" marR="0" lvl="0" indent="-128576" algn="l" rtl="0">
              <a:lnSpc>
                <a:spcPct val="100000"/>
              </a:lnSpc>
              <a:spcBef>
                <a:spcPts val="225"/>
              </a:spcBef>
              <a:spcAft>
                <a:spcPts val="0"/>
              </a:spcAft>
              <a:buClr>
                <a:srgbClr val="000000"/>
              </a:buClr>
              <a:buSzPts val="1102"/>
              <a:buFont typeface="Arial"/>
              <a:buAutoNum type="arabicPeriod"/>
            </a:pPr>
            <a:r>
              <a:rPr lang="en-US" sz="900" b="0" i="0" u="none" strike="noStrike" cap="none">
                <a:solidFill>
                  <a:srgbClr val="000000"/>
                </a:solidFill>
                <a:latin typeface="Quattrocento Sans"/>
                <a:ea typeface="Quattrocento Sans"/>
                <a:cs typeface="Quattrocento Sans"/>
                <a:sym typeface="Quattrocento Sans"/>
              </a:rPr>
              <a:t>Combine streaming and batch</a:t>
            </a:r>
            <a:endParaRPr sz="1029" b="0" i="0" u="none" strike="noStrike" cap="none">
              <a:solidFill>
                <a:srgbClr val="000000"/>
              </a:solidFill>
              <a:latin typeface="Arial"/>
              <a:ea typeface="Arial"/>
              <a:cs typeface="Arial"/>
              <a:sym typeface="Arial"/>
            </a:endParaRPr>
          </a:p>
          <a:p>
            <a:pPr marL="171433" marR="0" lvl="0" indent="-171433" algn="l" rtl="0">
              <a:lnSpc>
                <a:spcPct val="100000"/>
              </a:lnSpc>
              <a:spcBef>
                <a:spcPts val="225"/>
              </a:spcBef>
              <a:spcAft>
                <a:spcPts val="0"/>
              </a:spcAft>
              <a:buClr>
                <a:srgbClr val="000000"/>
              </a:buClr>
              <a:buSzPts val="1102"/>
              <a:buFont typeface="Arial"/>
              <a:buAutoNum type="arabicPeriod"/>
            </a:pPr>
            <a:r>
              <a:rPr lang="en-US" sz="900" b="0" i="0" u="none" strike="noStrike" cap="none">
                <a:solidFill>
                  <a:srgbClr val="000000"/>
                </a:solidFill>
                <a:latin typeface="Quattrocento Sans"/>
                <a:ea typeface="Quattrocento Sans"/>
                <a:cs typeface="Quattrocento Sans"/>
                <a:sym typeface="Quattrocento Sans"/>
              </a:rPr>
              <a:t>Save data as Delta format</a:t>
            </a:r>
            <a:endParaRPr sz="1029" b="0" i="0" u="none" strike="noStrike" cap="none">
              <a:solidFill>
                <a:srgbClr val="000000"/>
              </a:solidFill>
              <a:latin typeface="Arial"/>
              <a:ea typeface="Arial"/>
              <a:cs typeface="Arial"/>
              <a:sym typeface="Arial"/>
            </a:endParaRPr>
          </a:p>
        </p:txBody>
      </p:sp>
      <p:cxnSp>
        <p:nvCxnSpPr>
          <p:cNvPr id="1834" name="Google Shape;1834;p152"/>
          <p:cNvCxnSpPr/>
          <p:nvPr/>
        </p:nvCxnSpPr>
        <p:spPr>
          <a:xfrm>
            <a:off x="2269605" y="2565791"/>
            <a:ext cx="1344000" cy="0"/>
          </a:xfrm>
          <a:prstGeom prst="straightConnector1">
            <a:avLst/>
          </a:prstGeom>
          <a:noFill/>
          <a:ln w="12700" cap="flat" cmpd="sng">
            <a:solidFill>
              <a:schemeClr val="dk2"/>
            </a:solidFill>
            <a:prstDash val="solid"/>
            <a:round/>
            <a:headEnd type="none" w="sm" len="sm"/>
            <a:tailEnd type="triangle" w="med" len="med"/>
          </a:ln>
        </p:spPr>
      </p:cxnSp>
      <p:grpSp>
        <p:nvGrpSpPr>
          <p:cNvPr id="1835" name="Google Shape;1835;p152"/>
          <p:cNvGrpSpPr/>
          <p:nvPr/>
        </p:nvGrpSpPr>
        <p:grpSpPr>
          <a:xfrm>
            <a:off x="3686871" y="3770148"/>
            <a:ext cx="782922" cy="697678"/>
            <a:chOff x="3945895" y="3062154"/>
            <a:chExt cx="783000" cy="697748"/>
          </a:xfrm>
        </p:grpSpPr>
        <p:pic>
          <p:nvPicPr>
            <p:cNvPr id="1836" name="Google Shape;1836;p152" descr="Image result for Delta LAke logo"/>
            <p:cNvPicPr preferRelativeResize="0"/>
            <p:nvPr/>
          </p:nvPicPr>
          <p:blipFill rotWithShape="1">
            <a:blip r:embed="rId3">
              <a:alphaModFix/>
            </a:blip>
            <a:srcRect r="77603"/>
            <a:stretch/>
          </p:blipFill>
          <p:spPr>
            <a:xfrm>
              <a:off x="4173420" y="3062154"/>
              <a:ext cx="347936" cy="317488"/>
            </a:xfrm>
            <a:prstGeom prst="rect">
              <a:avLst/>
            </a:prstGeom>
            <a:noFill/>
            <a:ln>
              <a:noFill/>
            </a:ln>
          </p:spPr>
        </p:pic>
        <p:sp>
          <p:nvSpPr>
            <p:cNvPr id="1837" name="Google Shape;1837;p152"/>
            <p:cNvSpPr/>
            <p:nvPr/>
          </p:nvSpPr>
          <p:spPr>
            <a:xfrm>
              <a:off x="3945895" y="3402902"/>
              <a:ext cx="783000" cy="3570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825"/>
                <a:buFont typeface="Arial"/>
                <a:buNone/>
              </a:pPr>
              <a:r>
                <a:rPr lang="en-US" sz="825" b="0" i="0" u="none" strike="noStrike" cap="none">
                  <a:solidFill>
                    <a:srgbClr val="000000"/>
                  </a:solidFill>
                  <a:latin typeface="Quattrocento Sans"/>
                  <a:ea typeface="Quattrocento Sans"/>
                  <a:cs typeface="Quattrocento Sans"/>
                  <a:sym typeface="Quattrocento Sans"/>
                </a:rPr>
                <a:t>“Raw” Delta Format</a:t>
              </a:r>
              <a:endParaRPr sz="1029" b="0" i="0" u="none" strike="noStrike" cap="none">
                <a:solidFill>
                  <a:srgbClr val="000000"/>
                </a:solidFill>
                <a:latin typeface="Arial"/>
                <a:ea typeface="Arial"/>
                <a:cs typeface="Arial"/>
                <a:sym typeface="Arial"/>
              </a:endParaRPr>
            </a:p>
            <a:p>
              <a:pPr marL="0" marR="0" lvl="0" indent="0" algn="ctr" rtl="0">
                <a:lnSpc>
                  <a:spcPct val="100000"/>
                </a:lnSpc>
                <a:spcBef>
                  <a:spcPts val="225"/>
                </a:spcBef>
                <a:spcAft>
                  <a:spcPts val="0"/>
                </a:spcAft>
                <a:buClr>
                  <a:srgbClr val="000000"/>
                </a:buClr>
                <a:buSzPts val="825"/>
                <a:buFont typeface="Arial"/>
                <a:buNone/>
              </a:pPr>
              <a:r>
                <a:rPr lang="en-US" sz="825" b="0" i="0" u="none" strike="noStrike" cap="none">
                  <a:solidFill>
                    <a:srgbClr val="000000"/>
                  </a:solidFill>
                  <a:latin typeface="Quattrocento Sans"/>
                  <a:ea typeface="Quattrocento Sans"/>
                  <a:cs typeface="Quattrocento Sans"/>
                  <a:sym typeface="Quattrocento Sans"/>
                </a:rPr>
                <a:t>(</a:t>
              </a:r>
              <a:r>
                <a:rPr lang="en-US" sz="825" b="1" i="0" u="none" strike="noStrike" cap="none">
                  <a:solidFill>
                    <a:srgbClr val="003C69"/>
                  </a:solidFill>
                  <a:latin typeface="Quattrocento Sans"/>
                  <a:ea typeface="Quattrocento Sans"/>
                  <a:cs typeface="Quattrocento Sans"/>
                  <a:sym typeface="Quattrocento Sans"/>
                </a:rPr>
                <a:t>Bronze Table</a:t>
              </a:r>
              <a:r>
                <a:rPr lang="en-US" sz="825" b="0" i="0" u="none" strike="noStrike" cap="none">
                  <a:solidFill>
                    <a:srgbClr val="000000"/>
                  </a:solidFill>
                  <a:latin typeface="Quattrocento Sans"/>
                  <a:ea typeface="Quattrocento Sans"/>
                  <a:cs typeface="Quattrocento Sans"/>
                  <a:sym typeface="Quattrocento Sans"/>
                </a:rPr>
                <a:t>)</a:t>
              </a:r>
              <a:endParaRPr sz="1029" b="0" i="0" u="none" strike="noStrike" cap="none">
                <a:solidFill>
                  <a:srgbClr val="000000"/>
                </a:solidFill>
                <a:latin typeface="Arial"/>
                <a:ea typeface="Arial"/>
                <a:cs typeface="Arial"/>
                <a:sym typeface="Arial"/>
              </a:endParaRPr>
            </a:p>
          </p:txBody>
        </p:sp>
      </p:grpSp>
      <p:cxnSp>
        <p:nvCxnSpPr>
          <p:cNvPr id="1838" name="Google Shape;1838;p152"/>
          <p:cNvCxnSpPr/>
          <p:nvPr/>
        </p:nvCxnSpPr>
        <p:spPr>
          <a:xfrm>
            <a:off x="4077086" y="2973050"/>
            <a:ext cx="0" cy="732000"/>
          </a:xfrm>
          <a:prstGeom prst="straightConnector1">
            <a:avLst/>
          </a:prstGeom>
          <a:noFill/>
          <a:ln w="12700" cap="flat" cmpd="sng">
            <a:solidFill>
              <a:schemeClr val="dk2"/>
            </a:solidFill>
            <a:prstDash val="solid"/>
            <a:round/>
            <a:headEnd type="triangle" w="med" len="med"/>
            <a:tailEnd type="triangle" w="med" len="med"/>
          </a:ln>
        </p:spPr>
      </p:cxnSp>
      <p:sp>
        <p:nvSpPr>
          <p:cNvPr id="1839" name="Google Shape;1839;p152"/>
          <p:cNvSpPr/>
          <p:nvPr/>
        </p:nvSpPr>
        <p:spPr>
          <a:xfrm>
            <a:off x="7274859" y="1823993"/>
            <a:ext cx="891000" cy="1995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830"/>
              <a:buFont typeface="Arial"/>
              <a:buNone/>
            </a:pPr>
            <a:r>
              <a:rPr lang="en-US" sz="830" b="0" i="0" u="none" strike="noStrike" cap="none">
                <a:solidFill>
                  <a:srgbClr val="000000"/>
                </a:solidFill>
                <a:latin typeface="Quattrocento Sans"/>
                <a:ea typeface="Quattrocento Sans"/>
                <a:cs typeface="Quattrocento Sans"/>
                <a:sym typeface="Quattrocento Sans"/>
              </a:rPr>
              <a:t>Cosmos DB</a:t>
            </a:r>
            <a:endParaRPr sz="1029" b="0" i="0" u="none" strike="noStrike" cap="none">
              <a:solidFill>
                <a:srgbClr val="000000"/>
              </a:solidFill>
              <a:latin typeface="Arial"/>
              <a:ea typeface="Arial"/>
              <a:cs typeface="Arial"/>
              <a:sym typeface="Arial"/>
            </a:endParaRPr>
          </a:p>
        </p:txBody>
      </p:sp>
      <p:sp>
        <p:nvSpPr>
          <p:cNvPr id="1840" name="Google Shape;1840;p152"/>
          <p:cNvSpPr/>
          <p:nvPr/>
        </p:nvSpPr>
        <p:spPr>
          <a:xfrm>
            <a:off x="8218833" y="1818573"/>
            <a:ext cx="571800" cy="1995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830"/>
              <a:buFont typeface="Arial"/>
              <a:buNone/>
            </a:pPr>
            <a:r>
              <a:rPr lang="en-US" sz="830" b="0" i="0" u="none" strike="noStrike" cap="none">
                <a:solidFill>
                  <a:srgbClr val="000000"/>
                </a:solidFill>
                <a:latin typeface="Quattrocento Sans"/>
                <a:ea typeface="Quattrocento Sans"/>
                <a:cs typeface="Quattrocento Sans"/>
                <a:sym typeface="Quattrocento Sans"/>
              </a:rPr>
              <a:t>Apps</a:t>
            </a:r>
            <a:endParaRPr sz="1029" b="0" i="0" u="none" strike="noStrike" cap="none">
              <a:solidFill>
                <a:srgbClr val="000000"/>
              </a:solidFill>
              <a:latin typeface="Arial"/>
              <a:ea typeface="Arial"/>
              <a:cs typeface="Arial"/>
              <a:sym typeface="Arial"/>
            </a:endParaRPr>
          </a:p>
        </p:txBody>
      </p:sp>
      <p:cxnSp>
        <p:nvCxnSpPr>
          <p:cNvPr id="1841" name="Google Shape;1841;p152"/>
          <p:cNvCxnSpPr/>
          <p:nvPr/>
        </p:nvCxnSpPr>
        <p:spPr>
          <a:xfrm>
            <a:off x="7988005" y="2197326"/>
            <a:ext cx="247800" cy="0"/>
          </a:xfrm>
          <a:prstGeom prst="straightConnector1">
            <a:avLst/>
          </a:prstGeom>
          <a:noFill/>
          <a:ln w="12700" cap="flat" cmpd="sng">
            <a:solidFill>
              <a:schemeClr val="dk2"/>
            </a:solidFill>
            <a:prstDash val="solid"/>
            <a:round/>
            <a:headEnd type="none" w="sm" len="sm"/>
            <a:tailEnd type="triangle" w="med" len="med"/>
          </a:ln>
        </p:spPr>
      </p:cxnSp>
      <p:sp>
        <p:nvSpPr>
          <p:cNvPr id="1842" name="Google Shape;1842;p152"/>
          <p:cNvSpPr/>
          <p:nvPr/>
        </p:nvSpPr>
        <p:spPr>
          <a:xfrm>
            <a:off x="4973019" y="826016"/>
            <a:ext cx="2014200" cy="969300"/>
          </a:xfrm>
          <a:prstGeom prst="rect">
            <a:avLst/>
          </a:prstGeom>
          <a:noFill/>
          <a:ln>
            <a:noFill/>
          </a:ln>
        </p:spPr>
        <p:txBody>
          <a:bodyPr spcFirstLastPara="1" wrap="square" lIns="67200" tIns="33600" rIns="67200" bIns="336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0000"/>
                </a:solidFill>
                <a:latin typeface="Quattrocento Sans"/>
                <a:ea typeface="Quattrocento Sans"/>
                <a:cs typeface="Quattrocento Sans"/>
                <a:sym typeface="Quattrocento Sans"/>
              </a:rPr>
              <a:t>Step 3</a:t>
            </a:r>
            <a:endParaRPr sz="1029" b="0" i="0" u="none" strike="noStrike" cap="none">
              <a:solidFill>
                <a:srgbClr val="000000"/>
              </a:solidFill>
              <a:latin typeface="Arial"/>
              <a:ea typeface="Arial"/>
              <a:cs typeface="Arial"/>
              <a:sym typeface="Arial"/>
            </a:endParaRPr>
          </a:p>
          <a:p>
            <a:pPr marL="0" marR="0" lvl="0" indent="0" algn="l" rtl="0">
              <a:lnSpc>
                <a:spcPct val="100000"/>
              </a:lnSpc>
              <a:spcBef>
                <a:spcPts val="225"/>
              </a:spcBef>
              <a:spcAft>
                <a:spcPts val="0"/>
              </a:spcAft>
              <a:buClr>
                <a:srgbClr val="000000"/>
              </a:buClr>
              <a:buSzPts val="300"/>
              <a:buFont typeface="Arial"/>
              <a:buNone/>
            </a:pPr>
            <a:endParaRPr sz="300" b="1" i="0" u="none" strike="noStrike" cap="none">
              <a:solidFill>
                <a:srgbClr val="000000"/>
              </a:solidFill>
              <a:latin typeface="Quattrocento Sans"/>
              <a:ea typeface="Quattrocento Sans"/>
              <a:cs typeface="Quattrocento Sans"/>
              <a:sym typeface="Quattrocento Sans"/>
            </a:endParaRPr>
          </a:p>
          <a:p>
            <a:pPr marL="0" marR="0" lvl="0" indent="0" algn="l" rtl="0">
              <a:lnSpc>
                <a:spcPct val="100000"/>
              </a:lnSpc>
              <a:spcBef>
                <a:spcPts val="225"/>
              </a:spcBef>
              <a:spcAft>
                <a:spcPts val="0"/>
              </a:spcAft>
              <a:buClr>
                <a:srgbClr val="000000"/>
              </a:buClr>
              <a:buSzPts val="900"/>
              <a:buFont typeface="Arial"/>
              <a:buNone/>
            </a:pPr>
            <a:r>
              <a:rPr lang="en-US" sz="900" b="0" i="0" u="none" strike="noStrike" cap="none">
                <a:solidFill>
                  <a:srgbClr val="000000"/>
                </a:solidFill>
                <a:latin typeface="Quattrocento Sans"/>
                <a:ea typeface="Quattrocento Sans"/>
                <a:cs typeface="Quattrocento Sans"/>
                <a:sym typeface="Quattrocento Sans"/>
              </a:rPr>
              <a:t>Use Azure Databricks to </a:t>
            </a:r>
            <a:endParaRPr sz="1029" b="0" i="0" u="none" strike="noStrike" cap="none">
              <a:solidFill>
                <a:srgbClr val="000000"/>
              </a:solidFill>
              <a:latin typeface="Arial"/>
              <a:ea typeface="Arial"/>
              <a:cs typeface="Arial"/>
              <a:sym typeface="Arial"/>
            </a:endParaRPr>
          </a:p>
          <a:p>
            <a:pPr marL="0" marR="0" lvl="0" indent="0" algn="l" rtl="0">
              <a:lnSpc>
                <a:spcPct val="100000"/>
              </a:lnSpc>
              <a:spcBef>
                <a:spcPts val="225"/>
              </a:spcBef>
              <a:spcAft>
                <a:spcPts val="0"/>
              </a:spcAft>
              <a:buClr>
                <a:srgbClr val="000000"/>
              </a:buClr>
              <a:buSzPts val="900"/>
              <a:buFont typeface="Arial"/>
              <a:buNone/>
            </a:pPr>
            <a:r>
              <a:rPr lang="en-US" sz="900" b="0" i="0" u="none" strike="noStrike" cap="none">
                <a:solidFill>
                  <a:srgbClr val="000000"/>
                </a:solidFill>
                <a:latin typeface="Quattrocento Sans"/>
                <a:ea typeface="Quattrocento Sans"/>
                <a:cs typeface="Quattrocento Sans"/>
                <a:sym typeface="Quattrocento Sans"/>
              </a:rPr>
              <a:t>1. Join, enrich, clean, transform data</a:t>
            </a:r>
            <a:endParaRPr sz="1029" b="0" i="0" u="none" strike="noStrike" cap="none">
              <a:solidFill>
                <a:srgbClr val="000000"/>
              </a:solidFill>
              <a:latin typeface="Arial"/>
              <a:ea typeface="Arial"/>
              <a:cs typeface="Arial"/>
              <a:sym typeface="Arial"/>
            </a:endParaRPr>
          </a:p>
          <a:p>
            <a:pPr marL="0" marR="0" lvl="0" indent="0" algn="l" rtl="0">
              <a:lnSpc>
                <a:spcPct val="100000"/>
              </a:lnSpc>
              <a:spcBef>
                <a:spcPts val="225"/>
              </a:spcBef>
              <a:spcAft>
                <a:spcPts val="0"/>
              </a:spcAft>
              <a:buClr>
                <a:srgbClr val="000000"/>
              </a:buClr>
              <a:buSzPts val="900"/>
              <a:buFont typeface="Arial"/>
              <a:buNone/>
            </a:pPr>
            <a:r>
              <a:rPr lang="en-US" sz="900" b="0" i="0" u="none" strike="noStrike" cap="none">
                <a:solidFill>
                  <a:srgbClr val="000000"/>
                </a:solidFill>
                <a:latin typeface="Quattrocento Sans"/>
                <a:ea typeface="Quattrocento Sans"/>
                <a:cs typeface="Quattrocento Sans"/>
                <a:sym typeface="Quattrocento Sans"/>
              </a:rPr>
              <a:t>2. Develop, train, and score ML models with Azure ML + MLFlow</a:t>
            </a:r>
            <a:endParaRPr sz="900" b="0" i="0" u="none" strike="noStrike" cap="none">
              <a:solidFill>
                <a:srgbClr val="000000"/>
              </a:solidFill>
              <a:latin typeface="Quattrocento Sans"/>
              <a:ea typeface="Quattrocento Sans"/>
              <a:cs typeface="Quattrocento Sans"/>
              <a:sym typeface="Quattrocento Sans"/>
            </a:endParaRPr>
          </a:p>
        </p:txBody>
      </p:sp>
      <p:sp>
        <p:nvSpPr>
          <p:cNvPr id="1843" name="Google Shape;1843;p152"/>
          <p:cNvSpPr/>
          <p:nvPr/>
        </p:nvSpPr>
        <p:spPr>
          <a:xfrm>
            <a:off x="2369439" y="4543737"/>
            <a:ext cx="1504200" cy="198600"/>
          </a:xfrm>
          <a:prstGeom prst="rect">
            <a:avLst/>
          </a:prstGeom>
          <a:noFill/>
          <a:ln>
            <a:noFill/>
          </a:ln>
        </p:spPr>
        <p:txBody>
          <a:bodyPr spcFirstLastPara="1" wrap="square" lIns="67200" tIns="33600" rIns="67200" bIns="33600" anchor="t" anchorCtr="0">
            <a:noAutofit/>
          </a:bodyPr>
          <a:lstStyle/>
          <a:p>
            <a:pPr marL="0" marR="0" lvl="0" indent="0" algn="l" rtl="0">
              <a:lnSpc>
                <a:spcPct val="100000"/>
              </a:lnSpc>
              <a:spcBef>
                <a:spcPts val="0"/>
              </a:spcBef>
              <a:spcAft>
                <a:spcPts val="0"/>
              </a:spcAft>
              <a:buClr>
                <a:srgbClr val="000000"/>
              </a:buClr>
              <a:buSzPts val="925"/>
              <a:buFont typeface="Arial"/>
              <a:buNone/>
            </a:pPr>
            <a:r>
              <a:rPr lang="en-US" sz="925" b="1" i="0" u="none" strike="noStrike" cap="none">
                <a:solidFill>
                  <a:srgbClr val="000000"/>
                </a:solidFill>
                <a:latin typeface="Quattrocento Sans"/>
                <a:ea typeface="Quattrocento Sans"/>
                <a:cs typeface="Quattrocento Sans"/>
                <a:sym typeface="Quattrocento Sans"/>
              </a:rPr>
              <a:t>Azure Data Lake Storage</a:t>
            </a:r>
            <a:endParaRPr sz="1129" b="0" i="0" u="none" strike="noStrike" cap="none">
              <a:solidFill>
                <a:srgbClr val="000000"/>
              </a:solidFill>
              <a:latin typeface="Arial"/>
              <a:ea typeface="Arial"/>
              <a:cs typeface="Arial"/>
              <a:sym typeface="Arial"/>
            </a:endParaRPr>
          </a:p>
        </p:txBody>
      </p:sp>
      <p:grpSp>
        <p:nvGrpSpPr>
          <p:cNvPr id="1844" name="Google Shape;1844;p152"/>
          <p:cNvGrpSpPr/>
          <p:nvPr/>
        </p:nvGrpSpPr>
        <p:grpSpPr>
          <a:xfrm>
            <a:off x="5094876" y="3763979"/>
            <a:ext cx="840816" cy="697678"/>
            <a:chOff x="3978350" y="3062154"/>
            <a:chExt cx="840900" cy="697748"/>
          </a:xfrm>
        </p:grpSpPr>
        <p:pic>
          <p:nvPicPr>
            <p:cNvPr id="1845" name="Google Shape;1845;p152" descr="Image result for Delta LAke logo"/>
            <p:cNvPicPr preferRelativeResize="0"/>
            <p:nvPr/>
          </p:nvPicPr>
          <p:blipFill rotWithShape="1">
            <a:blip r:embed="rId3">
              <a:alphaModFix/>
            </a:blip>
            <a:srcRect r="77603"/>
            <a:stretch/>
          </p:blipFill>
          <p:spPr>
            <a:xfrm>
              <a:off x="4173420" y="3062154"/>
              <a:ext cx="347936" cy="317488"/>
            </a:xfrm>
            <a:prstGeom prst="rect">
              <a:avLst/>
            </a:prstGeom>
            <a:noFill/>
            <a:ln>
              <a:noFill/>
            </a:ln>
          </p:spPr>
        </p:pic>
        <p:sp>
          <p:nvSpPr>
            <p:cNvPr id="1846" name="Google Shape;1846;p152"/>
            <p:cNvSpPr/>
            <p:nvPr/>
          </p:nvSpPr>
          <p:spPr>
            <a:xfrm>
              <a:off x="3978350" y="3402902"/>
              <a:ext cx="840900" cy="3570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825"/>
                <a:buFont typeface="Arial"/>
                <a:buNone/>
              </a:pPr>
              <a:r>
                <a:rPr lang="en-US" sz="825" b="0" i="0" u="none" strike="noStrike" cap="none">
                  <a:solidFill>
                    <a:srgbClr val="000000"/>
                  </a:solidFill>
                  <a:latin typeface="Quattrocento Sans"/>
                  <a:ea typeface="Quattrocento Sans"/>
                  <a:cs typeface="Quattrocento Sans"/>
                  <a:sym typeface="Quattrocento Sans"/>
                </a:rPr>
                <a:t>“Enriched” Delta Format</a:t>
              </a:r>
              <a:endParaRPr sz="1029" b="0" i="0" u="none" strike="noStrike" cap="none">
                <a:solidFill>
                  <a:srgbClr val="000000"/>
                </a:solidFill>
                <a:latin typeface="Arial"/>
                <a:ea typeface="Arial"/>
                <a:cs typeface="Arial"/>
                <a:sym typeface="Arial"/>
              </a:endParaRPr>
            </a:p>
            <a:p>
              <a:pPr marL="0" marR="0" lvl="0" indent="0" algn="ctr" rtl="0">
                <a:lnSpc>
                  <a:spcPct val="100000"/>
                </a:lnSpc>
                <a:spcBef>
                  <a:spcPts val="225"/>
                </a:spcBef>
                <a:spcAft>
                  <a:spcPts val="0"/>
                </a:spcAft>
                <a:buClr>
                  <a:srgbClr val="000000"/>
                </a:buClr>
                <a:buSzPts val="825"/>
                <a:buFont typeface="Arial"/>
                <a:buNone/>
              </a:pPr>
              <a:r>
                <a:rPr lang="en-US" sz="825" b="0" i="0" u="none" strike="noStrike" cap="none">
                  <a:solidFill>
                    <a:srgbClr val="000000"/>
                  </a:solidFill>
                  <a:latin typeface="Quattrocento Sans"/>
                  <a:ea typeface="Quattrocento Sans"/>
                  <a:cs typeface="Quattrocento Sans"/>
                  <a:sym typeface="Quattrocento Sans"/>
                </a:rPr>
                <a:t>(</a:t>
              </a:r>
              <a:r>
                <a:rPr lang="en-US" sz="825" b="1" i="0" u="none" strike="noStrike" cap="none">
                  <a:solidFill>
                    <a:srgbClr val="7F7F7F"/>
                  </a:solidFill>
                  <a:latin typeface="Quattrocento Sans"/>
                  <a:ea typeface="Quattrocento Sans"/>
                  <a:cs typeface="Quattrocento Sans"/>
                  <a:sym typeface="Quattrocento Sans"/>
                </a:rPr>
                <a:t>Silver Table</a:t>
              </a:r>
              <a:r>
                <a:rPr lang="en-US" sz="825" b="0" i="0" u="none" strike="noStrike" cap="none">
                  <a:solidFill>
                    <a:srgbClr val="000000"/>
                  </a:solidFill>
                  <a:latin typeface="Quattrocento Sans"/>
                  <a:ea typeface="Quattrocento Sans"/>
                  <a:cs typeface="Quattrocento Sans"/>
                  <a:sym typeface="Quattrocento Sans"/>
                </a:rPr>
                <a:t>)</a:t>
              </a:r>
              <a:endParaRPr sz="1029" b="0" i="0" u="none" strike="noStrike" cap="none">
                <a:solidFill>
                  <a:srgbClr val="000000"/>
                </a:solidFill>
                <a:latin typeface="Arial"/>
                <a:ea typeface="Arial"/>
                <a:cs typeface="Arial"/>
                <a:sym typeface="Arial"/>
              </a:endParaRPr>
            </a:p>
          </p:txBody>
        </p:sp>
      </p:grpSp>
      <p:cxnSp>
        <p:nvCxnSpPr>
          <p:cNvPr id="1847" name="Google Shape;1847;p152"/>
          <p:cNvCxnSpPr/>
          <p:nvPr/>
        </p:nvCxnSpPr>
        <p:spPr>
          <a:xfrm>
            <a:off x="4400389" y="3894903"/>
            <a:ext cx="339600" cy="0"/>
          </a:xfrm>
          <a:prstGeom prst="straightConnector1">
            <a:avLst/>
          </a:prstGeom>
          <a:noFill/>
          <a:ln w="12700" cap="flat" cmpd="sng">
            <a:solidFill>
              <a:schemeClr val="dk2"/>
            </a:solidFill>
            <a:prstDash val="solid"/>
            <a:round/>
            <a:headEnd type="none" w="sm" len="sm"/>
            <a:tailEnd type="none" w="sm" len="sm"/>
          </a:ln>
        </p:spPr>
      </p:cxnSp>
      <p:grpSp>
        <p:nvGrpSpPr>
          <p:cNvPr id="1848" name="Google Shape;1848;p152"/>
          <p:cNvGrpSpPr/>
          <p:nvPr/>
        </p:nvGrpSpPr>
        <p:grpSpPr>
          <a:xfrm>
            <a:off x="5991955" y="2130292"/>
            <a:ext cx="840890" cy="256180"/>
            <a:chOff x="5874004" y="2623188"/>
            <a:chExt cx="840974" cy="256206"/>
          </a:xfrm>
        </p:grpSpPr>
        <p:pic>
          <p:nvPicPr>
            <p:cNvPr id="1849" name="Google Shape;1849;p152"/>
            <p:cNvPicPr preferRelativeResize="0"/>
            <p:nvPr/>
          </p:nvPicPr>
          <p:blipFill rotWithShape="1">
            <a:blip r:embed="rId4">
              <a:alphaModFix/>
            </a:blip>
            <a:srcRect/>
            <a:stretch/>
          </p:blipFill>
          <p:spPr>
            <a:xfrm>
              <a:off x="5874004" y="2674001"/>
              <a:ext cx="205393" cy="205393"/>
            </a:xfrm>
            <a:prstGeom prst="rect">
              <a:avLst/>
            </a:prstGeom>
            <a:noFill/>
            <a:ln>
              <a:noFill/>
            </a:ln>
          </p:spPr>
        </p:pic>
        <p:pic>
          <p:nvPicPr>
            <p:cNvPr id="1850" name="Google Shape;1850;p152" descr="Image result for mlflow logo transparent background"/>
            <p:cNvPicPr preferRelativeResize="0"/>
            <p:nvPr/>
          </p:nvPicPr>
          <p:blipFill rotWithShape="1">
            <a:blip r:embed="rId5">
              <a:alphaModFix/>
            </a:blip>
            <a:srcRect/>
            <a:stretch/>
          </p:blipFill>
          <p:spPr>
            <a:xfrm>
              <a:off x="6221981" y="2677996"/>
              <a:ext cx="492997" cy="189968"/>
            </a:xfrm>
            <a:prstGeom prst="rect">
              <a:avLst/>
            </a:prstGeom>
            <a:noFill/>
            <a:ln>
              <a:noFill/>
            </a:ln>
          </p:spPr>
        </p:pic>
        <p:sp>
          <p:nvSpPr>
            <p:cNvPr id="1851" name="Google Shape;1851;p152"/>
            <p:cNvSpPr/>
            <p:nvPr/>
          </p:nvSpPr>
          <p:spPr>
            <a:xfrm>
              <a:off x="6029804" y="2623188"/>
              <a:ext cx="207000" cy="2340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0" i="0" u="none" strike="noStrike" cap="none">
                  <a:solidFill>
                    <a:srgbClr val="000000"/>
                  </a:solidFill>
                  <a:latin typeface="Quattrocento Sans"/>
                  <a:ea typeface="Quattrocento Sans"/>
                  <a:cs typeface="Quattrocento Sans"/>
                  <a:sym typeface="Quattrocento Sans"/>
                </a:rPr>
                <a:t>+</a:t>
              </a:r>
              <a:endParaRPr sz="1029" b="0" i="0" u="none" strike="noStrike" cap="none">
                <a:solidFill>
                  <a:srgbClr val="000000"/>
                </a:solidFill>
                <a:latin typeface="Arial"/>
                <a:ea typeface="Arial"/>
                <a:cs typeface="Arial"/>
                <a:sym typeface="Arial"/>
              </a:endParaRPr>
            </a:p>
          </p:txBody>
        </p:sp>
      </p:grpSp>
      <p:grpSp>
        <p:nvGrpSpPr>
          <p:cNvPr id="1852" name="Google Shape;1852;p152"/>
          <p:cNvGrpSpPr/>
          <p:nvPr/>
        </p:nvGrpSpPr>
        <p:grpSpPr>
          <a:xfrm>
            <a:off x="6034453" y="3770148"/>
            <a:ext cx="782922" cy="697682"/>
            <a:chOff x="3980750" y="3062154"/>
            <a:chExt cx="783000" cy="697752"/>
          </a:xfrm>
        </p:grpSpPr>
        <p:pic>
          <p:nvPicPr>
            <p:cNvPr id="1853" name="Google Shape;1853;p152" descr="Image result for Delta LAke logo"/>
            <p:cNvPicPr preferRelativeResize="0"/>
            <p:nvPr/>
          </p:nvPicPr>
          <p:blipFill rotWithShape="1">
            <a:blip r:embed="rId3">
              <a:alphaModFix/>
            </a:blip>
            <a:srcRect r="77603"/>
            <a:stretch/>
          </p:blipFill>
          <p:spPr>
            <a:xfrm>
              <a:off x="4173420" y="3062154"/>
              <a:ext cx="347936" cy="317488"/>
            </a:xfrm>
            <a:prstGeom prst="rect">
              <a:avLst/>
            </a:prstGeom>
            <a:noFill/>
            <a:ln>
              <a:noFill/>
            </a:ln>
          </p:spPr>
        </p:pic>
        <p:sp>
          <p:nvSpPr>
            <p:cNvPr id="1854" name="Google Shape;1854;p152"/>
            <p:cNvSpPr/>
            <p:nvPr/>
          </p:nvSpPr>
          <p:spPr>
            <a:xfrm>
              <a:off x="3980750" y="3402906"/>
              <a:ext cx="783000" cy="3570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825"/>
                <a:buFont typeface="Arial"/>
                <a:buNone/>
              </a:pPr>
              <a:r>
                <a:rPr lang="en-US" sz="825" b="0" i="0" u="none" strike="noStrike" cap="none">
                  <a:solidFill>
                    <a:srgbClr val="000000"/>
                  </a:solidFill>
                  <a:latin typeface="Quattrocento Sans"/>
                  <a:ea typeface="Quattrocento Sans"/>
                  <a:cs typeface="Quattrocento Sans"/>
                  <a:sym typeface="Quattrocento Sans"/>
                </a:rPr>
                <a:t>“Refined” Delta Format</a:t>
              </a:r>
              <a:endParaRPr sz="1029" b="0" i="0" u="none" strike="noStrike" cap="none">
                <a:solidFill>
                  <a:srgbClr val="000000"/>
                </a:solidFill>
                <a:latin typeface="Arial"/>
                <a:ea typeface="Arial"/>
                <a:cs typeface="Arial"/>
                <a:sym typeface="Arial"/>
              </a:endParaRPr>
            </a:p>
            <a:p>
              <a:pPr marL="0" marR="0" lvl="0" indent="0" algn="ctr" rtl="0">
                <a:lnSpc>
                  <a:spcPct val="100000"/>
                </a:lnSpc>
                <a:spcBef>
                  <a:spcPts val="225"/>
                </a:spcBef>
                <a:spcAft>
                  <a:spcPts val="0"/>
                </a:spcAft>
                <a:buClr>
                  <a:srgbClr val="000000"/>
                </a:buClr>
                <a:buSzPts val="825"/>
                <a:buFont typeface="Arial"/>
                <a:buNone/>
              </a:pPr>
              <a:r>
                <a:rPr lang="en-US" sz="825" b="0" i="0" u="none" strike="noStrike" cap="none">
                  <a:solidFill>
                    <a:srgbClr val="000000"/>
                  </a:solidFill>
                  <a:latin typeface="Quattrocento Sans"/>
                  <a:ea typeface="Quattrocento Sans"/>
                  <a:cs typeface="Quattrocento Sans"/>
                  <a:sym typeface="Quattrocento Sans"/>
                </a:rPr>
                <a:t>(</a:t>
              </a:r>
              <a:r>
                <a:rPr lang="en-US" sz="825" b="1" i="0" u="none" strike="noStrike" cap="none">
                  <a:solidFill>
                    <a:srgbClr val="D6A300"/>
                  </a:solidFill>
                  <a:latin typeface="Quattrocento Sans"/>
                  <a:ea typeface="Quattrocento Sans"/>
                  <a:cs typeface="Quattrocento Sans"/>
                  <a:sym typeface="Quattrocento Sans"/>
                </a:rPr>
                <a:t>Gold Table</a:t>
              </a:r>
              <a:r>
                <a:rPr lang="en-US" sz="825" b="0" i="0" u="none" strike="noStrike" cap="none">
                  <a:solidFill>
                    <a:srgbClr val="000000"/>
                  </a:solidFill>
                  <a:latin typeface="Quattrocento Sans"/>
                  <a:ea typeface="Quattrocento Sans"/>
                  <a:cs typeface="Quattrocento Sans"/>
                  <a:sym typeface="Quattrocento Sans"/>
                </a:rPr>
                <a:t>)</a:t>
              </a:r>
              <a:endParaRPr sz="1029" b="0" i="0" u="none" strike="noStrike" cap="none">
                <a:solidFill>
                  <a:srgbClr val="000000"/>
                </a:solidFill>
                <a:latin typeface="Arial"/>
                <a:ea typeface="Arial"/>
                <a:cs typeface="Arial"/>
                <a:sym typeface="Arial"/>
              </a:endParaRPr>
            </a:p>
          </p:txBody>
        </p:sp>
      </p:grpSp>
      <p:cxnSp>
        <p:nvCxnSpPr>
          <p:cNvPr id="1855" name="Google Shape;1855;p152"/>
          <p:cNvCxnSpPr/>
          <p:nvPr/>
        </p:nvCxnSpPr>
        <p:spPr>
          <a:xfrm rot="-5400000">
            <a:off x="5354205" y="3178425"/>
            <a:ext cx="1247700" cy="277800"/>
          </a:xfrm>
          <a:prstGeom prst="bentConnector3">
            <a:avLst>
              <a:gd name="adj1" fmla="val 99789"/>
            </a:avLst>
          </a:prstGeom>
          <a:noFill/>
          <a:ln w="12700" cap="flat" cmpd="sng">
            <a:solidFill>
              <a:schemeClr val="dk2"/>
            </a:solidFill>
            <a:prstDash val="solid"/>
            <a:round/>
            <a:headEnd type="none" w="sm" len="sm"/>
            <a:tailEnd type="triangle" w="med" len="med"/>
          </a:ln>
        </p:spPr>
      </p:cxnSp>
      <p:cxnSp>
        <p:nvCxnSpPr>
          <p:cNvPr id="1856" name="Google Shape;1856;p152"/>
          <p:cNvCxnSpPr/>
          <p:nvPr/>
        </p:nvCxnSpPr>
        <p:spPr>
          <a:xfrm rot="10800000">
            <a:off x="5709283" y="3939854"/>
            <a:ext cx="126300" cy="0"/>
          </a:xfrm>
          <a:prstGeom prst="straightConnector1">
            <a:avLst/>
          </a:prstGeom>
          <a:noFill/>
          <a:ln w="12700" cap="flat" cmpd="sng">
            <a:solidFill>
              <a:schemeClr val="dk2"/>
            </a:solidFill>
            <a:prstDash val="solid"/>
            <a:round/>
            <a:headEnd type="none" w="sm" len="sm"/>
            <a:tailEnd type="none" w="sm" len="sm"/>
          </a:ln>
        </p:spPr>
      </p:cxnSp>
      <p:cxnSp>
        <p:nvCxnSpPr>
          <p:cNvPr id="1857" name="Google Shape;1857;p152"/>
          <p:cNvCxnSpPr/>
          <p:nvPr/>
        </p:nvCxnSpPr>
        <p:spPr>
          <a:xfrm>
            <a:off x="5466873" y="2973051"/>
            <a:ext cx="0" cy="732000"/>
          </a:xfrm>
          <a:prstGeom prst="straightConnector1">
            <a:avLst/>
          </a:prstGeom>
          <a:noFill/>
          <a:ln w="12700" cap="flat" cmpd="sng">
            <a:solidFill>
              <a:schemeClr val="dk2"/>
            </a:solidFill>
            <a:prstDash val="solid"/>
            <a:round/>
            <a:headEnd type="triangle" w="med" len="med"/>
            <a:tailEnd type="triangle" w="med" len="med"/>
          </a:ln>
        </p:spPr>
      </p:cxnSp>
      <p:cxnSp>
        <p:nvCxnSpPr>
          <p:cNvPr id="1858" name="Google Shape;1858;p152"/>
          <p:cNvCxnSpPr/>
          <p:nvPr/>
        </p:nvCxnSpPr>
        <p:spPr>
          <a:xfrm>
            <a:off x="6390837" y="2973051"/>
            <a:ext cx="6300" cy="732000"/>
          </a:xfrm>
          <a:prstGeom prst="straightConnector1">
            <a:avLst/>
          </a:prstGeom>
          <a:noFill/>
          <a:ln w="12700" cap="flat" cmpd="sng">
            <a:solidFill>
              <a:schemeClr val="dk2"/>
            </a:solidFill>
            <a:prstDash val="solid"/>
            <a:round/>
            <a:headEnd type="triangle" w="med" len="med"/>
            <a:tailEnd type="triangle" w="med" len="med"/>
          </a:ln>
        </p:spPr>
      </p:cxnSp>
      <p:cxnSp>
        <p:nvCxnSpPr>
          <p:cNvPr id="1859" name="Google Shape;1859;p152"/>
          <p:cNvCxnSpPr/>
          <p:nvPr/>
        </p:nvCxnSpPr>
        <p:spPr>
          <a:xfrm>
            <a:off x="6665268" y="2745845"/>
            <a:ext cx="1937700" cy="23700"/>
          </a:xfrm>
          <a:prstGeom prst="straightConnector1">
            <a:avLst/>
          </a:prstGeom>
          <a:noFill/>
          <a:ln w="12700" cap="flat" cmpd="sng">
            <a:solidFill>
              <a:schemeClr val="dk2"/>
            </a:solidFill>
            <a:prstDash val="solid"/>
            <a:round/>
            <a:headEnd type="none" w="sm" len="sm"/>
            <a:tailEnd type="none" w="sm" len="sm"/>
          </a:ln>
        </p:spPr>
      </p:cxnSp>
      <p:sp>
        <p:nvSpPr>
          <p:cNvPr id="1860" name="Google Shape;1860;p152"/>
          <p:cNvSpPr/>
          <p:nvPr/>
        </p:nvSpPr>
        <p:spPr>
          <a:xfrm>
            <a:off x="7149225" y="820168"/>
            <a:ext cx="1878000" cy="969300"/>
          </a:xfrm>
          <a:prstGeom prst="rect">
            <a:avLst/>
          </a:prstGeom>
          <a:noFill/>
          <a:ln>
            <a:noFill/>
          </a:ln>
        </p:spPr>
        <p:txBody>
          <a:bodyPr spcFirstLastPara="1" wrap="square" lIns="67200" tIns="33600" rIns="67200" bIns="336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0000"/>
                </a:solidFill>
                <a:latin typeface="Quattrocento Sans"/>
                <a:ea typeface="Quattrocento Sans"/>
                <a:cs typeface="Quattrocento Sans"/>
                <a:sym typeface="Quattrocento Sans"/>
              </a:rPr>
              <a:t>Step 4</a:t>
            </a:r>
            <a:endParaRPr sz="1029" b="0" i="0" u="none" strike="noStrike" cap="none">
              <a:solidFill>
                <a:srgbClr val="000000"/>
              </a:solidFill>
              <a:latin typeface="Arial"/>
              <a:ea typeface="Arial"/>
              <a:cs typeface="Arial"/>
              <a:sym typeface="Arial"/>
            </a:endParaRPr>
          </a:p>
          <a:p>
            <a:pPr marL="0" marR="0" lvl="0" indent="0" algn="l" rtl="0">
              <a:lnSpc>
                <a:spcPct val="100000"/>
              </a:lnSpc>
              <a:spcBef>
                <a:spcPts val="225"/>
              </a:spcBef>
              <a:spcAft>
                <a:spcPts val="0"/>
              </a:spcAft>
              <a:buClr>
                <a:srgbClr val="000000"/>
              </a:buClr>
              <a:buSzPts val="300"/>
              <a:buFont typeface="Arial"/>
              <a:buNone/>
            </a:pPr>
            <a:endParaRPr sz="300" b="0" i="0" u="none" strike="noStrike" cap="none">
              <a:solidFill>
                <a:srgbClr val="000000"/>
              </a:solidFill>
              <a:latin typeface="Quattrocento Sans"/>
              <a:ea typeface="Quattrocento Sans"/>
              <a:cs typeface="Quattrocento Sans"/>
              <a:sym typeface="Quattrocento Sans"/>
            </a:endParaRPr>
          </a:p>
          <a:p>
            <a:pPr marL="0" marR="0" lvl="0" indent="0" algn="l" rtl="0">
              <a:lnSpc>
                <a:spcPct val="100000"/>
              </a:lnSpc>
              <a:spcBef>
                <a:spcPts val="225"/>
              </a:spcBef>
              <a:spcAft>
                <a:spcPts val="0"/>
              </a:spcAft>
              <a:buClr>
                <a:srgbClr val="000000"/>
              </a:buClr>
              <a:buSzPts val="900"/>
              <a:buFont typeface="Arial"/>
              <a:buNone/>
            </a:pPr>
            <a:r>
              <a:rPr lang="en-US" sz="900" b="0" i="0" u="none" strike="noStrike" cap="none">
                <a:solidFill>
                  <a:srgbClr val="000000"/>
                </a:solidFill>
                <a:latin typeface="Quattrocento Sans"/>
                <a:ea typeface="Quattrocento Sans"/>
                <a:cs typeface="Quattrocento Sans"/>
                <a:sym typeface="Quattrocento Sans"/>
              </a:rPr>
              <a:t>Load data into serving layers like </a:t>
            </a:r>
            <a:endParaRPr sz="1029" b="0" i="0" u="none" strike="noStrike" cap="none">
              <a:solidFill>
                <a:srgbClr val="000000"/>
              </a:solidFill>
              <a:latin typeface="Arial"/>
              <a:ea typeface="Arial"/>
              <a:cs typeface="Arial"/>
              <a:sym typeface="Arial"/>
            </a:endParaRPr>
          </a:p>
          <a:p>
            <a:pPr marL="0" marR="0" lvl="0" indent="0" algn="l" rtl="0">
              <a:lnSpc>
                <a:spcPct val="100000"/>
              </a:lnSpc>
              <a:spcBef>
                <a:spcPts val="225"/>
              </a:spcBef>
              <a:spcAft>
                <a:spcPts val="0"/>
              </a:spcAft>
              <a:buClr>
                <a:srgbClr val="000000"/>
              </a:buClr>
              <a:buSzPts val="900"/>
              <a:buFont typeface="Arial"/>
              <a:buNone/>
            </a:pPr>
            <a:r>
              <a:rPr lang="en-US" sz="900" b="0" i="0" u="none" strike="noStrike" cap="none">
                <a:solidFill>
                  <a:srgbClr val="000000"/>
                </a:solidFill>
                <a:latin typeface="Quattrocento Sans"/>
                <a:ea typeface="Quattrocento Sans"/>
                <a:cs typeface="Quattrocento Sans"/>
                <a:sym typeface="Quattrocento Sans"/>
              </a:rPr>
              <a:t>1. SQL Data Warehouse for enterprise BI scenarios.</a:t>
            </a:r>
            <a:endParaRPr sz="1029" b="0" i="0" u="none" strike="noStrike" cap="none">
              <a:solidFill>
                <a:srgbClr val="000000"/>
              </a:solidFill>
              <a:latin typeface="Arial"/>
              <a:ea typeface="Arial"/>
              <a:cs typeface="Arial"/>
              <a:sym typeface="Arial"/>
            </a:endParaRPr>
          </a:p>
          <a:p>
            <a:pPr marL="0" marR="0" lvl="0" indent="0" algn="l" rtl="0">
              <a:lnSpc>
                <a:spcPct val="100000"/>
              </a:lnSpc>
              <a:spcBef>
                <a:spcPts val="225"/>
              </a:spcBef>
              <a:spcAft>
                <a:spcPts val="0"/>
              </a:spcAft>
              <a:buClr>
                <a:srgbClr val="000000"/>
              </a:buClr>
              <a:buSzPts val="900"/>
              <a:buFont typeface="Arial"/>
              <a:buNone/>
            </a:pPr>
            <a:r>
              <a:rPr lang="en-US" sz="900" b="0" i="0" u="none" strike="noStrike" cap="none">
                <a:solidFill>
                  <a:srgbClr val="000000"/>
                </a:solidFill>
                <a:latin typeface="Quattrocento Sans"/>
                <a:ea typeface="Quattrocento Sans"/>
                <a:cs typeface="Quattrocento Sans"/>
                <a:sym typeface="Quattrocento Sans"/>
              </a:rPr>
              <a:t>2. Cosmos DB for real-time Apps</a:t>
            </a:r>
            <a:endParaRPr sz="1029" b="0" i="0" u="none" strike="noStrike" cap="none">
              <a:solidFill>
                <a:srgbClr val="000000"/>
              </a:solidFill>
              <a:latin typeface="Arial"/>
              <a:ea typeface="Arial"/>
              <a:cs typeface="Arial"/>
              <a:sym typeface="Arial"/>
            </a:endParaRPr>
          </a:p>
        </p:txBody>
      </p:sp>
      <p:cxnSp>
        <p:nvCxnSpPr>
          <p:cNvPr id="1861" name="Google Shape;1861;p152"/>
          <p:cNvCxnSpPr/>
          <p:nvPr/>
        </p:nvCxnSpPr>
        <p:spPr>
          <a:xfrm>
            <a:off x="6670260" y="2659173"/>
            <a:ext cx="1051500" cy="0"/>
          </a:xfrm>
          <a:prstGeom prst="straightConnector1">
            <a:avLst/>
          </a:prstGeom>
          <a:noFill/>
          <a:ln w="12700" cap="flat" cmpd="sng">
            <a:solidFill>
              <a:schemeClr val="dk2"/>
            </a:solidFill>
            <a:prstDash val="solid"/>
            <a:round/>
            <a:headEnd type="none" w="sm" len="sm"/>
            <a:tailEnd type="none" w="sm" len="sm"/>
          </a:ln>
        </p:spPr>
      </p:cxnSp>
      <p:cxnSp>
        <p:nvCxnSpPr>
          <p:cNvPr id="1862" name="Google Shape;1862;p152"/>
          <p:cNvCxnSpPr/>
          <p:nvPr/>
        </p:nvCxnSpPr>
        <p:spPr>
          <a:xfrm rot="10800000">
            <a:off x="7716492" y="2411624"/>
            <a:ext cx="0" cy="239100"/>
          </a:xfrm>
          <a:prstGeom prst="straightConnector1">
            <a:avLst/>
          </a:prstGeom>
          <a:noFill/>
          <a:ln w="12700" cap="flat" cmpd="sng">
            <a:solidFill>
              <a:schemeClr val="dk2"/>
            </a:solidFill>
            <a:prstDash val="solid"/>
            <a:round/>
            <a:headEnd type="none" w="sm" len="sm"/>
            <a:tailEnd type="triangle" w="med" len="med"/>
          </a:ln>
        </p:spPr>
      </p:cxnSp>
      <p:cxnSp>
        <p:nvCxnSpPr>
          <p:cNvPr id="1863" name="Google Shape;1863;p152"/>
          <p:cNvCxnSpPr/>
          <p:nvPr/>
        </p:nvCxnSpPr>
        <p:spPr>
          <a:xfrm>
            <a:off x="8024044" y="3855367"/>
            <a:ext cx="247800" cy="0"/>
          </a:xfrm>
          <a:prstGeom prst="straightConnector1">
            <a:avLst/>
          </a:prstGeom>
          <a:noFill/>
          <a:ln w="12700" cap="flat" cmpd="sng">
            <a:solidFill>
              <a:schemeClr val="dk2"/>
            </a:solidFill>
            <a:prstDash val="solid"/>
            <a:round/>
            <a:headEnd type="none" w="sm" len="sm"/>
            <a:tailEnd type="triangle" w="med" len="med"/>
          </a:ln>
        </p:spPr>
      </p:cxnSp>
      <p:sp>
        <p:nvSpPr>
          <p:cNvPr id="1864" name="Google Shape;1864;p152"/>
          <p:cNvSpPr txBox="1"/>
          <p:nvPr/>
        </p:nvSpPr>
        <p:spPr>
          <a:xfrm>
            <a:off x="75147" y="2469010"/>
            <a:ext cx="1061400" cy="1962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788"/>
              <a:buFont typeface="Arial"/>
              <a:buNone/>
            </a:pPr>
            <a:r>
              <a:rPr lang="en-US" sz="788" b="0" i="0" u="none" strike="noStrike" cap="none">
                <a:solidFill>
                  <a:srgbClr val="000000"/>
                </a:solidFill>
                <a:latin typeface="Quattrocento Sans"/>
                <a:ea typeface="Quattrocento Sans"/>
                <a:cs typeface="Quattrocento Sans"/>
                <a:sym typeface="Quattrocento Sans"/>
              </a:rPr>
              <a:t>Logs (unstructured)</a:t>
            </a:r>
            <a:endParaRPr sz="1029" b="0" i="0" u="none" strike="noStrike" cap="none">
              <a:solidFill>
                <a:srgbClr val="000000"/>
              </a:solidFill>
              <a:latin typeface="Arial"/>
              <a:ea typeface="Arial"/>
              <a:cs typeface="Arial"/>
              <a:sym typeface="Arial"/>
            </a:endParaRPr>
          </a:p>
        </p:txBody>
      </p:sp>
      <p:sp>
        <p:nvSpPr>
          <p:cNvPr id="1865" name="Google Shape;1865;p152"/>
          <p:cNvSpPr/>
          <p:nvPr/>
        </p:nvSpPr>
        <p:spPr>
          <a:xfrm>
            <a:off x="1437221" y="4078813"/>
            <a:ext cx="994500" cy="1986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825"/>
              <a:buFont typeface="Arial"/>
              <a:buNone/>
            </a:pPr>
            <a:r>
              <a:rPr lang="en-US" sz="825" b="0" i="0" u="none" strike="noStrike" cap="none">
                <a:solidFill>
                  <a:srgbClr val="000000"/>
                </a:solidFill>
                <a:latin typeface="Quattrocento Sans"/>
                <a:ea typeface="Quattrocento Sans"/>
                <a:cs typeface="Quattrocento Sans"/>
                <a:sym typeface="Quattrocento Sans"/>
              </a:rPr>
              <a:t>Azure Data Factory </a:t>
            </a:r>
            <a:endParaRPr sz="1029" b="0" i="0" u="none" strike="noStrike" cap="none">
              <a:solidFill>
                <a:srgbClr val="000000"/>
              </a:solidFill>
              <a:latin typeface="Arial"/>
              <a:ea typeface="Arial"/>
              <a:cs typeface="Arial"/>
              <a:sym typeface="Arial"/>
            </a:endParaRPr>
          </a:p>
        </p:txBody>
      </p:sp>
      <p:grpSp>
        <p:nvGrpSpPr>
          <p:cNvPr id="1866" name="Google Shape;1866;p152"/>
          <p:cNvGrpSpPr/>
          <p:nvPr/>
        </p:nvGrpSpPr>
        <p:grpSpPr>
          <a:xfrm>
            <a:off x="1760761" y="3718044"/>
            <a:ext cx="317439" cy="312404"/>
            <a:chOff x="5279190" y="5401430"/>
            <a:chExt cx="1101836" cy="1106637"/>
          </a:xfrm>
        </p:grpSpPr>
        <p:sp>
          <p:nvSpPr>
            <p:cNvPr id="1867" name="Google Shape;1867;p152"/>
            <p:cNvSpPr/>
            <p:nvPr/>
          </p:nvSpPr>
          <p:spPr>
            <a:xfrm>
              <a:off x="5279191" y="5499596"/>
              <a:ext cx="1101835" cy="1008471"/>
            </a:xfrm>
            <a:custGeom>
              <a:avLst/>
              <a:gdLst/>
              <a:ahLst/>
              <a:cxnLst/>
              <a:rect l="l" t="t" r="r" b="b"/>
              <a:pathLst>
                <a:path w="1101835" h="1008471" extrusionOk="0">
                  <a:moveTo>
                    <a:pt x="489041" y="0"/>
                  </a:moveTo>
                  <a:lnTo>
                    <a:pt x="490307" y="551557"/>
                  </a:lnTo>
                  <a:lnTo>
                    <a:pt x="796071" y="284445"/>
                  </a:lnTo>
                  <a:lnTo>
                    <a:pt x="796071" y="551557"/>
                  </a:lnTo>
                  <a:lnTo>
                    <a:pt x="1101835" y="284445"/>
                  </a:lnTo>
                  <a:lnTo>
                    <a:pt x="1101835" y="1008471"/>
                  </a:lnTo>
                  <a:lnTo>
                    <a:pt x="0" y="1008471"/>
                  </a:lnTo>
                  <a:cubicBezTo>
                    <a:pt x="422" y="672314"/>
                    <a:pt x="843" y="336157"/>
                    <a:pt x="1265" y="0"/>
                  </a:cubicBezTo>
                </a:path>
              </a:pathLst>
            </a:custGeom>
            <a:noFill/>
            <a:ln w="19050" cap="flat" cmpd="sng">
              <a:solidFill>
                <a:srgbClr val="7A7A87"/>
              </a:solidFill>
              <a:prstDash val="solid"/>
              <a:miter lim="800000"/>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1" i="0" u="none" strike="noStrike" cap="none">
                <a:solidFill>
                  <a:srgbClr val="505050"/>
                </a:solidFill>
                <a:latin typeface="Quattrocento Sans"/>
                <a:ea typeface="Quattrocento Sans"/>
                <a:cs typeface="Quattrocento Sans"/>
                <a:sym typeface="Quattrocento Sans"/>
              </a:endParaRPr>
            </a:p>
          </p:txBody>
        </p:sp>
        <p:sp>
          <p:nvSpPr>
            <p:cNvPr id="1868" name="Google Shape;1868;p152"/>
            <p:cNvSpPr/>
            <p:nvPr/>
          </p:nvSpPr>
          <p:spPr>
            <a:xfrm>
              <a:off x="5708249" y="6208019"/>
              <a:ext cx="122821" cy="122820"/>
            </a:xfrm>
            <a:custGeom>
              <a:avLst/>
              <a:gdLst/>
              <a:ahLst/>
              <a:cxnLst/>
              <a:rect l="l" t="t" r="r" b="b"/>
              <a:pathLst>
                <a:path w="122821" h="122820" extrusionOk="0">
                  <a:moveTo>
                    <a:pt x="0" y="0"/>
                  </a:moveTo>
                  <a:lnTo>
                    <a:pt x="122821" y="0"/>
                  </a:lnTo>
                  <a:lnTo>
                    <a:pt x="122821" y="122820"/>
                  </a:lnTo>
                  <a:lnTo>
                    <a:pt x="0" y="122820"/>
                  </a:lnTo>
                  <a:lnTo>
                    <a:pt x="0" y="0"/>
                  </a:lnTo>
                  <a:close/>
                </a:path>
              </a:pathLst>
            </a:custGeom>
            <a:noFill/>
            <a:ln w="19050" cap="flat" cmpd="sng">
              <a:solidFill>
                <a:srgbClr val="7A7A87"/>
              </a:solidFill>
              <a:prstDash val="solid"/>
              <a:miter lim="800000"/>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1" i="0" u="none" strike="noStrike" cap="none">
                <a:solidFill>
                  <a:srgbClr val="505050"/>
                </a:solidFill>
                <a:latin typeface="Quattrocento Sans"/>
                <a:ea typeface="Quattrocento Sans"/>
                <a:cs typeface="Quattrocento Sans"/>
                <a:sym typeface="Quattrocento Sans"/>
              </a:endParaRPr>
            </a:p>
          </p:txBody>
        </p:sp>
        <p:sp>
          <p:nvSpPr>
            <p:cNvPr id="1869" name="Google Shape;1869;p152"/>
            <p:cNvSpPr/>
            <p:nvPr/>
          </p:nvSpPr>
          <p:spPr>
            <a:xfrm>
              <a:off x="5921817" y="6208019"/>
              <a:ext cx="122821" cy="122820"/>
            </a:xfrm>
            <a:custGeom>
              <a:avLst/>
              <a:gdLst/>
              <a:ahLst/>
              <a:cxnLst/>
              <a:rect l="l" t="t" r="r" b="b"/>
              <a:pathLst>
                <a:path w="122821" h="122820" extrusionOk="0">
                  <a:moveTo>
                    <a:pt x="0" y="0"/>
                  </a:moveTo>
                  <a:lnTo>
                    <a:pt x="122821" y="0"/>
                  </a:lnTo>
                  <a:lnTo>
                    <a:pt x="122821" y="122820"/>
                  </a:lnTo>
                  <a:lnTo>
                    <a:pt x="0" y="122820"/>
                  </a:lnTo>
                  <a:lnTo>
                    <a:pt x="0" y="0"/>
                  </a:lnTo>
                  <a:close/>
                </a:path>
              </a:pathLst>
            </a:custGeom>
            <a:noFill/>
            <a:ln w="19050" cap="flat" cmpd="sng">
              <a:solidFill>
                <a:srgbClr val="7A7A87"/>
              </a:solidFill>
              <a:prstDash val="solid"/>
              <a:miter lim="800000"/>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1" i="0" u="none" strike="noStrike" cap="none">
                <a:solidFill>
                  <a:srgbClr val="505050"/>
                </a:solidFill>
                <a:latin typeface="Quattrocento Sans"/>
                <a:ea typeface="Quattrocento Sans"/>
                <a:cs typeface="Quattrocento Sans"/>
                <a:sym typeface="Quattrocento Sans"/>
              </a:endParaRPr>
            </a:p>
          </p:txBody>
        </p:sp>
        <p:sp>
          <p:nvSpPr>
            <p:cNvPr id="1870" name="Google Shape;1870;p152"/>
            <p:cNvSpPr/>
            <p:nvPr/>
          </p:nvSpPr>
          <p:spPr>
            <a:xfrm>
              <a:off x="6135385" y="6208019"/>
              <a:ext cx="122821" cy="122820"/>
            </a:xfrm>
            <a:custGeom>
              <a:avLst/>
              <a:gdLst/>
              <a:ahLst/>
              <a:cxnLst/>
              <a:rect l="l" t="t" r="r" b="b"/>
              <a:pathLst>
                <a:path w="122821" h="122820" extrusionOk="0">
                  <a:moveTo>
                    <a:pt x="0" y="0"/>
                  </a:moveTo>
                  <a:lnTo>
                    <a:pt x="122821" y="0"/>
                  </a:lnTo>
                  <a:lnTo>
                    <a:pt x="122821" y="122820"/>
                  </a:lnTo>
                  <a:lnTo>
                    <a:pt x="0" y="122820"/>
                  </a:lnTo>
                  <a:lnTo>
                    <a:pt x="0" y="0"/>
                  </a:lnTo>
                  <a:close/>
                </a:path>
              </a:pathLst>
            </a:custGeom>
            <a:noFill/>
            <a:ln w="19050" cap="flat" cmpd="sng">
              <a:solidFill>
                <a:srgbClr val="7A7A87"/>
              </a:solidFill>
              <a:prstDash val="solid"/>
              <a:miter lim="800000"/>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1" i="0" u="none" strike="noStrike" cap="none">
                <a:solidFill>
                  <a:srgbClr val="505050"/>
                </a:solidFill>
                <a:latin typeface="Quattrocento Sans"/>
                <a:ea typeface="Quattrocento Sans"/>
                <a:cs typeface="Quattrocento Sans"/>
                <a:sym typeface="Quattrocento Sans"/>
              </a:endParaRPr>
            </a:p>
          </p:txBody>
        </p:sp>
        <p:sp>
          <p:nvSpPr>
            <p:cNvPr id="1871" name="Google Shape;1871;p152"/>
            <p:cNvSpPr/>
            <p:nvPr/>
          </p:nvSpPr>
          <p:spPr>
            <a:xfrm>
              <a:off x="5279190" y="5401430"/>
              <a:ext cx="488907" cy="201776"/>
            </a:xfrm>
            <a:custGeom>
              <a:avLst/>
              <a:gdLst/>
              <a:ahLst/>
              <a:cxnLst/>
              <a:rect l="l" t="t" r="r" b="b"/>
              <a:pathLst>
                <a:path w="492602" h="201776" extrusionOk="0">
                  <a:moveTo>
                    <a:pt x="246301" y="0"/>
                  </a:moveTo>
                  <a:cubicBezTo>
                    <a:pt x="382329" y="0"/>
                    <a:pt x="492602" y="45169"/>
                    <a:pt x="492602" y="100888"/>
                  </a:cubicBezTo>
                  <a:cubicBezTo>
                    <a:pt x="492602" y="156607"/>
                    <a:pt x="382329" y="201776"/>
                    <a:pt x="246301" y="201776"/>
                  </a:cubicBezTo>
                  <a:cubicBezTo>
                    <a:pt x="110273" y="201776"/>
                    <a:pt x="0" y="156607"/>
                    <a:pt x="0" y="100888"/>
                  </a:cubicBezTo>
                  <a:cubicBezTo>
                    <a:pt x="0" y="45169"/>
                    <a:pt x="110273" y="0"/>
                    <a:pt x="246301" y="0"/>
                  </a:cubicBezTo>
                  <a:close/>
                </a:path>
              </a:pathLst>
            </a:custGeom>
            <a:noFill/>
            <a:ln w="19050" cap="flat" cmpd="sng">
              <a:solidFill>
                <a:srgbClr val="7A7A87"/>
              </a:solidFill>
              <a:prstDash val="solid"/>
              <a:miter lim="800000"/>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100"/>
                <a:buFont typeface="Arial"/>
                <a:buNone/>
              </a:pPr>
              <a:endParaRPr sz="2100" b="1" i="0" u="none" strike="noStrike" cap="none">
                <a:solidFill>
                  <a:srgbClr val="505050"/>
                </a:solidFill>
                <a:latin typeface="Quattrocento Sans"/>
                <a:ea typeface="Quattrocento Sans"/>
                <a:cs typeface="Quattrocento Sans"/>
                <a:sym typeface="Quattrocento Sans"/>
              </a:endParaRPr>
            </a:p>
          </p:txBody>
        </p:sp>
      </p:grpSp>
      <p:cxnSp>
        <p:nvCxnSpPr>
          <p:cNvPr id="1872" name="Google Shape;1872;p152"/>
          <p:cNvCxnSpPr/>
          <p:nvPr/>
        </p:nvCxnSpPr>
        <p:spPr>
          <a:xfrm>
            <a:off x="1219770" y="3894903"/>
            <a:ext cx="362100" cy="0"/>
          </a:xfrm>
          <a:prstGeom prst="straightConnector1">
            <a:avLst/>
          </a:prstGeom>
          <a:noFill/>
          <a:ln w="19050" cap="flat" cmpd="sng">
            <a:solidFill>
              <a:srgbClr val="9999A2"/>
            </a:solidFill>
            <a:prstDash val="dash"/>
            <a:round/>
            <a:headEnd type="none" w="sm" len="sm"/>
            <a:tailEnd type="triangle" w="med" len="med"/>
          </a:ln>
        </p:spPr>
      </p:cxnSp>
      <p:sp>
        <p:nvSpPr>
          <p:cNvPr id="1873" name="Google Shape;1873;p152"/>
          <p:cNvSpPr/>
          <p:nvPr/>
        </p:nvSpPr>
        <p:spPr>
          <a:xfrm>
            <a:off x="1117918" y="2153288"/>
            <a:ext cx="99300" cy="2744400"/>
          </a:xfrm>
          <a:prstGeom prst="rightBracket">
            <a:avLst>
              <a:gd name="adj" fmla="val 8333"/>
            </a:avLst>
          </a:prstGeom>
          <a:noFill/>
          <a:ln w="1270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750"/>
              <a:buFont typeface="Arial"/>
              <a:buNone/>
            </a:pPr>
            <a:endParaRPr sz="750" b="0" i="0" u="none" strike="noStrike" cap="none">
              <a:solidFill>
                <a:srgbClr val="505050"/>
              </a:solidFill>
              <a:latin typeface="Quattrocento Sans"/>
              <a:ea typeface="Quattrocento Sans"/>
              <a:cs typeface="Quattrocento Sans"/>
              <a:sym typeface="Quattrocento Sans"/>
            </a:endParaRPr>
          </a:p>
        </p:txBody>
      </p:sp>
      <p:sp>
        <p:nvSpPr>
          <p:cNvPr id="1874" name="Google Shape;1874;p152"/>
          <p:cNvSpPr txBox="1"/>
          <p:nvPr/>
        </p:nvSpPr>
        <p:spPr>
          <a:xfrm>
            <a:off x="15614" y="3128588"/>
            <a:ext cx="1171500" cy="1962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788"/>
              <a:buFont typeface="Arial"/>
              <a:buNone/>
            </a:pPr>
            <a:r>
              <a:rPr lang="en-US" sz="788" b="0" i="0" u="none" strike="noStrike" cap="none">
                <a:solidFill>
                  <a:srgbClr val="000000"/>
                </a:solidFill>
                <a:latin typeface="Quattrocento Sans"/>
                <a:ea typeface="Quattrocento Sans"/>
                <a:cs typeface="Quattrocento Sans"/>
                <a:sym typeface="Quattrocento Sans"/>
              </a:rPr>
              <a:t>Media (unstructured)</a:t>
            </a:r>
            <a:endParaRPr sz="1029" b="0" i="0" u="none" strike="noStrike" cap="none">
              <a:solidFill>
                <a:srgbClr val="000000"/>
              </a:solidFill>
              <a:latin typeface="Arial"/>
              <a:ea typeface="Arial"/>
              <a:cs typeface="Arial"/>
              <a:sym typeface="Arial"/>
            </a:endParaRPr>
          </a:p>
        </p:txBody>
      </p:sp>
      <p:sp>
        <p:nvSpPr>
          <p:cNvPr id="1875" name="Google Shape;1875;p152"/>
          <p:cNvSpPr txBox="1"/>
          <p:nvPr/>
        </p:nvSpPr>
        <p:spPr>
          <a:xfrm>
            <a:off x="16338" y="3800590"/>
            <a:ext cx="1161900" cy="1962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788"/>
              <a:buFont typeface="Arial"/>
              <a:buNone/>
            </a:pPr>
            <a:r>
              <a:rPr lang="en-US" sz="788" b="0" i="0" u="none" strike="noStrike" cap="none">
                <a:solidFill>
                  <a:srgbClr val="000000"/>
                </a:solidFill>
                <a:latin typeface="Quattrocento Sans"/>
                <a:ea typeface="Quattrocento Sans"/>
                <a:cs typeface="Quattrocento Sans"/>
                <a:sym typeface="Quattrocento Sans"/>
              </a:rPr>
              <a:t>Files (unstructured)</a:t>
            </a:r>
            <a:endParaRPr sz="1029" b="0" i="0" u="none" strike="noStrike" cap="none">
              <a:solidFill>
                <a:srgbClr val="000000"/>
              </a:solidFill>
              <a:latin typeface="Arial"/>
              <a:ea typeface="Arial"/>
              <a:cs typeface="Arial"/>
              <a:sym typeface="Arial"/>
            </a:endParaRPr>
          </a:p>
        </p:txBody>
      </p:sp>
      <p:sp>
        <p:nvSpPr>
          <p:cNvPr id="1876" name="Google Shape;1876;p152"/>
          <p:cNvSpPr txBox="1"/>
          <p:nvPr/>
        </p:nvSpPr>
        <p:spPr>
          <a:xfrm>
            <a:off x="17310" y="4454276"/>
            <a:ext cx="1171500" cy="3102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788"/>
              <a:buFont typeface="Arial"/>
              <a:buNone/>
            </a:pPr>
            <a:r>
              <a:rPr lang="en-US" sz="788" b="0" i="0" u="none" strike="noStrike" cap="none">
                <a:solidFill>
                  <a:srgbClr val="000000"/>
                </a:solidFill>
                <a:latin typeface="Quattrocento Sans"/>
                <a:ea typeface="Quattrocento Sans"/>
                <a:cs typeface="Quattrocento Sans"/>
                <a:sym typeface="Quattrocento Sans"/>
              </a:rPr>
              <a:t>Business/custom apps</a:t>
            </a:r>
            <a:endParaRPr sz="1029"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88"/>
              <a:buFont typeface="Arial"/>
              <a:buNone/>
            </a:pPr>
            <a:r>
              <a:rPr lang="en-US" sz="788" b="0" i="0" u="none" strike="noStrike" cap="none">
                <a:solidFill>
                  <a:srgbClr val="000000"/>
                </a:solidFill>
                <a:latin typeface="Quattrocento Sans"/>
                <a:ea typeface="Quattrocento Sans"/>
                <a:cs typeface="Quattrocento Sans"/>
                <a:sym typeface="Quattrocento Sans"/>
              </a:rPr>
              <a:t>(structured)</a:t>
            </a:r>
            <a:endParaRPr sz="1029" b="0" i="0" u="none" strike="noStrike" cap="none">
              <a:solidFill>
                <a:srgbClr val="000000"/>
              </a:solidFill>
              <a:latin typeface="Arial"/>
              <a:ea typeface="Arial"/>
              <a:cs typeface="Arial"/>
              <a:sym typeface="Arial"/>
            </a:endParaRPr>
          </a:p>
        </p:txBody>
      </p:sp>
      <p:grpSp>
        <p:nvGrpSpPr>
          <p:cNvPr id="1877" name="Google Shape;1877;p152"/>
          <p:cNvGrpSpPr/>
          <p:nvPr/>
        </p:nvGrpSpPr>
        <p:grpSpPr>
          <a:xfrm>
            <a:off x="482303" y="3463134"/>
            <a:ext cx="234861" cy="320977"/>
            <a:chOff x="7264761" y="118465"/>
            <a:chExt cx="365202" cy="499109"/>
          </a:xfrm>
        </p:grpSpPr>
        <p:sp>
          <p:nvSpPr>
            <p:cNvPr id="1878" name="Google Shape;1878;p152"/>
            <p:cNvSpPr/>
            <p:nvPr/>
          </p:nvSpPr>
          <p:spPr>
            <a:xfrm>
              <a:off x="7264761" y="118465"/>
              <a:ext cx="365202" cy="499109"/>
            </a:xfrm>
            <a:custGeom>
              <a:avLst/>
              <a:gdLst/>
              <a:ahLst/>
              <a:cxnLst/>
              <a:rect l="l" t="t" r="r" b="b"/>
              <a:pathLst>
                <a:path w="180" h="246" extrusionOk="0">
                  <a:moveTo>
                    <a:pt x="48" y="0"/>
                  </a:moveTo>
                  <a:lnTo>
                    <a:pt x="97" y="0"/>
                  </a:lnTo>
                  <a:lnTo>
                    <a:pt x="180" y="82"/>
                  </a:lnTo>
                  <a:lnTo>
                    <a:pt x="180" y="246"/>
                  </a:lnTo>
                  <a:lnTo>
                    <a:pt x="0" y="246"/>
                  </a:lnTo>
                  <a:lnTo>
                    <a:pt x="0" y="0"/>
                  </a:lnTo>
                  <a:lnTo>
                    <a:pt x="48" y="0"/>
                  </a:lnTo>
                  <a:moveTo>
                    <a:pt x="97" y="0"/>
                  </a:moveTo>
                  <a:lnTo>
                    <a:pt x="97" y="82"/>
                  </a:lnTo>
                  <a:lnTo>
                    <a:pt x="180" y="82"/>
                  </a:lnTo>
                </a:path>
              </a:pathLst>
            </a:custGeom>
            <a:noFill/>
            <a:ln w="19050" cap="flat" cmpd="sng">
              <a:solidFill>
                <a:srgbClr val="7A7A87"/>
              </a:solidFill>
              <a:prstDash val="solid"/>
              <a:miter lim="800000"/>
              <a:headEnd type="none" w="sm" len="sm"/>
              <a:tailEnd type="none" w="sm" len="sm"/>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505050"/>
                </a:solidFill>
                <a:latin typeface="Quattrocento Sans"/>
                <a:ea typeface="Quattrocento Sans"/>
                <a:cs typeface="Quattrocento Sans"/>
                <a:sym typeface="Quattrocento Sans"/>
              </a:endParaRPr>
            </a:p>
          </p:txBody>
        </p:sp>
        <p:sp>
          <p:nvSpPr>
            <p:cNvPr id="1879" name="Google Shape;1879;p152"/>
            <p:cNvSpPr/>
            <p:nvPr/>
          </p:nvSpPr>
          <p:spPr>
            <a:xfrm>
              <a:off x="7456155" y="118465"/>
              <a:ext cx="173700" cy="175500"/>
            </a:xfrm>
            <a:prstGeom prst="rtTriangle">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FFFFFF"/>
                </a:solidFill>
                <a:latin typeface="Quattrocento Sans"/>
                <a:ea typeface="Quattrocento Sans"/>
                <a:cs typeface="Quattrocento Sans"/>
                <a:sym typeface="Quattrocento Sans"/>
              </a:endParaRPr>
            </a:p>
          </p:txBody>
        </p:sp>
      </p:grpSp>
      <p:grpSp>
        <p:nvGrpSpPr>
          <p:cNvPr id="1880" name="Google Shape;1880;p152"/>
          <p:cNvGrpSpPr/>
          <p:nvPr/>
        </p:nvGrpSpPr>
        <p:grpSpPr>
          <a:xfrm>
            <a:off x="444703" y="4155939"/>
            <a:ext cx="311833" cy="295686"/>
            <a:chOff x="8301667" y="2334125"/>
            <a:chExt cx="586815" cy="556429"/>
          </a:xfrm>
        </p:grpSpPr>
        <p:sp>
          <p:nvSpPr>
            <p:cNvPr id="1881" name="Google Shape;1881;p152"/>
            <p:cNvSpPr/>
            <p:nvPr/>
          </p:nvSpPr>
          <p:spPr>
            <a:xfrm>
              <a:off x="8301667" y="2334125"/>
              <a:ext cx="586815" cy="556429"/>
            </a:xfrm>
            <a:custGeom>
              <a:avLst/>
              <a:gdLst/>
              <a:ahLst/>
              <a:cxnLst/>
              <a:rect l="l" t="t" r="r" b="b"/>
              <a:pathLst>
                <a:path w="586815" h="556429" extrusionOk="0">
                  <a:moveTo>
                    <a:pt x="0" y="0"/>
                  </a:moveTo>
                  <a:lnTo>
                    <a:pt x="586815" y="0"/>
                  </a:lnTo>
                  <a:lnTo>
                    <a:pt x="586815" y="433633"/>
                  </a:lnTo>
                  <a:lnTo>
                    <a:pt x="321111" y="433633"/>
                  </a:lnTo>
                  <a:lnTo>
                    <a:pt x="321111" y="510710"/>
                  </a:lnTo>
                  <a:lnTo>
                    <a:pt x="528438" y="510710"/>
                  </a:lnTo>
                  <a:lnTo>
                    <a:pt x="528438" y="556429"/>
                  </a:lnTo>
                  <a:lnTo>
                    <a:pt x="57710" y="556429"/>
                  </a:lnTo>
                  <a:lnTo>
                    <a:pt x="57710" y="510710"/>
                  </a:lnTo>
                  <a:lnTo>
                    <a:pt x="265036" y="510710"/>
                  </a:lnTo>
                  <a:lnTo>
                    <a:pt x="265036" y="433633"/>
                  </a:lnTo>
                  <a:lnTo>
                    <a:pt x="0" y="433633"/>
                  </a:lnTo>
                  <a:close/>
                </a:path>
              </a:pathLst>
            </a:custGeom>
            <a:noFill/>
            <a:ln w="1905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1882" name="Google Shape;1882;p152"/>
            <p:cNvSpPr/>
            <p:nvPr/>
          </p:nvSpPr>
          <p:spPr>
            <a:xfrm>
              <a:off x="8334531" y="2359341"/>
              <a:ext cx="522000" cy="376200"/>
            </a:xfrm>
            <a:prstGeom prst="rect">
              <a:avLst/>
            </a:prstGeom>
            <a:noFill/>
            <a:ln w="1905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1883" name="Google Shape;1883;p152"/>
            <p:cNvSpPr/>
            <p:nvPr/>
          </p:nvSpPr>
          <p:spPr>
            <a:xfrm>
              <a:off x="8372155" y="2452694"/>
              <a:ext cx="198600" cy="198600"/>
            </a:xfrm>
            <a:prstGeom prst="pie">
              <a:avLst>
                <a:gd name="adj1" fmla="val 21510717"/>
                <a:gd name="adj2" fmla="val 16200000"/>
              </a:avLst>
            </a:prstGeom>
            <a:noFill/>
            <a:ln w="1905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Quattrocento Sans"/>
                <a:ea typeface="Quattrocento Sans"/>
                <a:cs typeface="Quattrocento Sans"/>
                <a:sym typeface="Quattrocento Sans"/>
              </a:endParaRPr>
            </a:p>
          </p:txBody>
        </p:sp>
        <p:sp>
          <p:nvSpPr>
            <p:cNvPr id="1884" name="Google Shape;1884;p152"/>
            <p:cNvSpPr/>
            <p:nvPr/>
          </p:nvSpPr>
          <p:spPr>
            <a:xfrm rot="-1462064">
              <a:off x="8395650" y="2457052"/>
              <a:ext cx="167963" cy="167963"/>
            </a:xfrm>
            <a:prstGeom prst="pie">
              <a:avLst>
                <a:gd name="adj1" fmla="val 17759983"/>
                <a:gd name="adj2" fmla="val 21164392"/>
              </a:avLst>
            </a:prstGeom>
            <a:noFill/>
            <a:ln w="1905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Quattrocento Sans"/>
                <a:ea typeface="Quattrocento Sans"/>
                <a:cs typeface="Quattrocento Sans"/>
                <a:sym typeface="Quattrocento Sans"/>
              </a:endParaRPr>
            </a:p>
          </p:txBody>
        </p:sp>
        <p:sp>
          <p:nvSpPr>
            <p:cNvPr id="1885" name="Google Shape;1885;p152"/>
            <p:cNvSpPr/>
            <p:nvPr/>
          </p:nvSpPr>
          <p:spPr>
            <a:xfrm>
              <a:off x="8396802" y="2463844"/>
              <a:ext cx="168000" cy="168000"/>
            </a:xfrm>
            <a:prstGeom prst="pie">
              <a:avLst>
                <a:gd name="adj1" fmla="val 19893257"/>
                <a:gd name="adj2" fmla="val 21164392"/>
              </a:avLst>
            </a:prstGeom>
            <a:noFill/>
            <a:ln w="1905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Quattrocento Sans"/>
                <a:ea typeface="Quattrocento Sans"/>
                <a:cs typeface="Quattrocento Sans"/>
                <a:sym typeface="Quattrocento Sans"/>
              </a:endParaRPr>
            </a:p>
          </p:txBody>
        </p:sp>
        <p:sp>
          <p:nvSpPr>
            <p:cNvPr id="1886" name="Google Shape;1886;p152"/>
            <p:cNvSpPr/>
            <p:nvPr/>
          </p:nvSpPr>
          <p:spPr>
            <a:xfrm>
              <a:off x="8608662" y="2469349"/>
              <a:ext cx="202200" cy="45600"/>
            </a:xfrm>
            <a:prstGeom prst="roundRect">
              <a:avLst>
                <a:gd name="adj" fmla="val 16667"/>
              </a:avLst>
            </a:prstGeom>
            <a:noFill/>
            <a:ln w="1905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1887" name="Google Shape;1887;p152"/>
            <p:cNvSpPr/>
            <p:nvPr/>
          </p:nvSpPr>
          <p:spPr>
            <a:xfrm>
              <a:off x="8608662" y="2529856"/>
              <a:ext cx="202200" cy="45600"/>
            </a:xfrm>
            <a:prstGeom prst="roundRect">
              <a:avLst>
                <a:gd name="adj" fmla="val 16667"/>
              </a:avLst>
            </a:prstGeom>
            <a:noFill/>
            <a:ln w="1905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1888" name="Google Shape;1888;p152"/>
            <p:cNvSpPr/>
            <p:nvPr/>
          </p:nvSpPr>
          <p:spPr>
            <a:xfrm>
              <a:off x="8607108" y="2590363"/>
              <a:ext cx="202200" cy="45600"/>
            </a:xfrm>
            <a:prstGeom prst="roundRect">
              <a:avLst>
                <a:gd name="adj" fmla="val 16667"/>
              </a:avLst>
            </a:prstGeom>
            <a:noFill/>
            <a:ln w="1905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grpSp>
      <p:grpSp>
        <p:nvGrpSpPr>
          <p:cNvPr id="1889" name="Google Shape;1889;p152"/>
          <p:cNvGrpSpPr/>
          <p:nvPr/>
        </p:nvGrpSpPr>
        <p:grpSpPr>
          <a:xfrm>
            <a:off x="438740" y="2805089"/>
            <a:ext cx="301979" cy="301979"/>
            <a:chOff x="8035871" y="3099661"/>
            <a:chExt cx="302100" cy="302100"/>
          </a:xfrm>
        </p:grpSpPr>
        <p:sp>
          <p:nvSpPr>
            <p:cNvPr id="1890" name="Google Shape;1890;p152"/>
            <p:cNvSpPr/>
            <p:nvPr/>
          </p:nvSpPr>
          <p:spPr>
            <a:xfrm>
              <a:off x="8035871" y="3099661"/>
              <a:ext cx="302100" cy="302100"/>
            </a:xfrm>
            <a:prstGeom prst="ellipse">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FFFFFF"/>
                </a:solidFill>
                <a:latin typeface="Quattrocento Sans"/>
                <a:ea typeface="Quattrocento Sans"/>
                <a:cs typeface="Quattrocento Sans"/>
                <a:sym typeface="Quattrocento Sans"/>
              </a:endParaRPr>
            </a:p>
          </p:txBody>
        </p:sp>
        <p:sp>
          <p:nvSpPr>
            <p:cNvPr id="1891" name="Google Shape;1891;p152"/>
            <p:cNvSpPr/>
            <p:nvPr/>
          </p:nvSpPr>
          <p:spPr>
            <a:xfrm rot="5400000">
              <a:off x="8138745" y="3190795"/>
              <a:ext cx="139200" cy="120000"/>
            </a:xfrm>
            <a:prstGeom prst="triangle">
              <a:avLst>
                <a:gd name="adj" fmla="val 50000"/>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FFFFFF"/>
                </a:solidFill>
                <a:latin typeface="Quattrocento Sans"/>
                <a:ea typeface="Quattrocento Sans"/>
                <a:cs typeface="Quattrocento Sans"/>
                <a:sym typeface="Quattrocento Sans"/>
              </a:endParaRPr>
            </a:p>
          </p:txBody>
        </p:sp>
      </p:grpSp>
      <p:grpSp>
        <p:nvGrpSpPr>
          <p:cNvPr id="1892" name="Google Shape;1892;p152"/>
          <p:cNvGrpSpPr/>
          <p:nvPr/>
        </p:nvGrpSpPr>
        <p:grpSpPr>
          <a:xfrm>
            <a:off x="436241" y="2222979"/>
            <a:ext cx="306286" cy="228756"/>
            <a:chOff x="710228" y="918777"/>
            <a:chExt cx="2781885" cy="2077715"/>
          </a:xfrm>
        </p:grpSpPr>
        <p:grpSp>
          <p:nvGrpSpPr>
            <p:cNvPr id="1893" name="Google Shape;1893;p152"/>
            <p:cNvGrpSpPr/>
            <p:nvPr/>
          </p:nvGrpSpPr>
          <p:grpSpPr>
            <a:xfrm>
              <a:off x="710228" y="918777"/>
              <a:ext cx="2781885" cy="2077715"/>
              <a:chOff x="9531457" y="2208508"/>
              <a:chExt cx="503700" cy="376200"/>
            </a:xfrm>
          </p:grpSpPr>
          <p:sp>
            <p:nvSpPr>
              <p:cNvPr id="1894" name="Google Shape;1894;p152"/>
              <p:cNvSpPr/>
              <p:nvPr/>
            </p:nvSpPr>
            <p:spPr>
              <a:xfrm>
                <a:off x="9531457" y="2208508"/>
                <a:ext cx="503700" cy="376200"/>
              </a:xfrm>
              <a:prstGeom prst="rect">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grpSp>
            <p:nvGrpSpPr>
              <p:cNvPr id="1895" name="Google Shape;1895;p152"/>
              <p:cNvGrpSpPr/>
              <p:nvPr/>
            </p:nvGrpSpPr>
            <p:grpSpPr>
              <a:xfrm>
                <a:off x="9813845" y="2248615"/>
                <a:ext cx="187291" cy="46461"/>
                <a:chOff x="9747337" y="2248545"/>
                <a:chExt cx="249123" cy="61800"/>
              </a:xfrm>
            </p:grpSpPr>
            <p:sp>
              <p:nvSpPr>
                <p:cNvPr id="1896" name="Google Shape;1896;p152"/>
                <p:cNvSpPr/>
                <p:nvPr/>
              </p:nvSpPr>
              <p:spPr>
                <a:xfrm>
                  <a:off x="9934660" y="2248545"/>
                  <a:ext cx="61800" cy="61800"/>
                </a:xfrm>
                <a:prstGeom prst="ellipse">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1897" name="Google Shape;1897;p152"/>
                <p:cNvSpPr/>
                <p:nvPr/>
              </p:nvSpPr>
              <p:spPr>
                <a:xfrm>
                  <a:off x="9840998" y="2248545"/>
                  <a:ext cx="61800" cy="61800"/>
                </a:xfrm>
                <a:prstGeom prst="ellipse">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1898" name="Google Shape;1898;p152"/>
                <p:cNvSpPr/>
                <p:nvPr/>
              </p:nvSpPr>
              <p:spPr>
                <a:xfrm>
                  <a:off x="9747337" y="2248545"/>
                  <a:ext cx="61800" cy="61800"/>
                </a:xfrm>
                <a:prstGeom prst="ellipse">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grpSp>
        </p:grpSp>
        <p:sp>
          <p:nvSpPr>
            <p:cNvPr id="1899" name="Google Shape;1899;p152"/>
            <p:cNvSpPr/>
            <p:nvPr/>
          </p:nvSpPr>
          <p:spPr>
            <a:xfrm>
              <a:off x="901700" y="1600200"/>
              <a:ext cx="2412900" cy="266700"/>
            </a:xfrm>
            <a:prstGeom prst="rect">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1900" name="Google Shape;1900;p152"/>
            <p:cNvSpPr/>
            <p:nvPr/>
          </p:nvSpPr>
          <p:spPr>
            <a:xfrm>
              <a:off x="901700" y="2057400"/>
              <a:ext cx="2412900" cy="266700"/>
            </a:xfrm>
            <a:prstGeom prst="rect">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1901" name="Google Shape;1901;p152"/>
            <p:cNvSpPr/>
            <p:nvPr/>
          </p:nvSpPr>
          <p:spPr>
            <a:xfrm>
              <a:off x="901700" y="2501900"/>
              <a:ext cx="2412900" cy="266700"/>
            </a:xfrm>
            <a:prstGeom prst="rect">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grpSp>
      <p:sp>
        <p:nvSpPr>
          <p:cNvPr id="1902" name="Google Shape;1902;p152"/>
          <p:cNvSpPr txBox="1"/>
          <p:nvPr/>
        </p:nvSpPr>
        <p:spPr>
          <a:xfrm>
            <a:off x="164629" y="1711250"/>
            <a:ext cx="864300" cy="3045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750"/>
              <a:buFont typeface="Arial"/>
              <a:buNone/>
            </a:pPr>
            <a:r>
              <a:rPr lang="en-US" sz="750" b="0" i="0" u="none" strike="noStrike" cap="none">
                <a:solidFill>
                  <a:srgbClr val="000000"/>
                </a:solidFill>
                <a:latin typeface="Quattrocento Sans"/>
                <a:ea typeface="Quattrocento Sans"/>
                <a:cs typeface="Quattrocento Sans"/>
                <a:sym typeface="Quattrocento Sans"/>
              </a:rPr>
              <a:t>Sensors and IoT</a:t>
            </a:r>
            <a:endParaRPr sz="1029"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50"/>
              <a:buFont typeface="Arial"/>
              <a:buNone/>
            </a:pPr>
            <a:r>
              <a:rPr lang="en-US" sz="750" b="0" i="0" u="none" strike="noStrike" cap="none">
                <a:solidFill>
                  <a:srgbClr val="000000"/>
                </a:solidFill>
                <a:latin typeface="Quattrocento Sans"/>
                <a:ea typeface="Quattrocento Sans"/>
                <a:cs typeface="Quattrocento Sans"/>
                <a:sym typeface="Quattrocento Sans"/>
              </a:rPr>
              <a:t>(unstructured)</a:t>
            </a:r>
            <a:endParaRPr sz="1029" b="0" i="0" u="none" strike="noStrike" cap="none">
              <a:solidFill>
                <a:srgbClr val="000000"/>
              </a:solidFill>
              <a:latin typeface="Arial"/>
              <a:ea typeface="Arial"/>
              <a:cs typeface="Arial"/>
              <a:sym typeface="Arial"/>
            </a:endParaRPr>
          </a:p>
        </p:txBody>
      </p:sp>
      <p:grpSp>
        <p:nvGrpSpPr>
          <p:cNvPr id="1903" name="Google Shape;1903;p152"/>
          <p:cNvGrpSpPr/>
          <p:nvPr/>
        </p:nvGrpSpPr>
        <p:grpSpPr>
          <a:xfrm>
            <a:off x="446552" y="1365922"/>
            <a:ext cx="310348" cy="346784"/>
            <a:chOff x="4633352" y="465695"/>
            <a:chExt cx="743704" cy="831019"/>
          </a:xfrm>
        </p:grpSpPr>
        <p:sp>
          <p:nvSpPr>
            <p:cNvPr id="1904" name="Google Shape;1904;p152"/>
            <p:cNvSpPr/>
            <p:nvPr/>
          </p:nvSpPr>
          <p:spPr>
            <a:xfrm>
              <a:off x="4723400" y="646446"/>
              <a:ext cx="469500" cy="469500"/>
            </a:xfrm>
            <a:prstGeom prst="ellipse">
              <a:avLst/>
            </a:prstGeom>
            <a:noFill/>
            <a:ln w="1905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Quattrocento Sans"/>
                <a:ea typeface="Quattrocento Sans"/>
                <a:cs typeface="Quattrocento Sans"/>
                <a:sym typeface="Quattrocento Sans"/>
              </a:endParaRPr>
            </a:p>
          </p:txBody>
        </p:sp>
        <p:sp>
          <p:nvSpPr>
            <p:cNvPr id="1905" name="Google Shape;1905;p152"/>
            <p:cNvSpPr/>
            <p:nvPr/>
          </p:nvSpPr>
          <p:spPr>
            <a:xfrm>
              <a:off x="4996580" y="465695"/>
              <a:ext cx="149100" cy="149100"/>
            </a:xfrm>
            <a:prstGeom prst="ellipse">
              <a:avLst/>
            </a:prstGeom>
            <a:noFill/>
            <a:ln w="1905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Quattrocento Sans"/>
                <a:ea typeface="Quattrocento Sans"/>
                <a:cs typeface="Quattrocento Sans"/>
                <a:sym typeface="Quattrocento Sans"/>
              </a:endParaRPr>
            </a:p>
          </p:txBody>
        </p:sp>
        <p:sp>
          <p:nvSpPr>
            <p:cNvPr id="1906" name="Google Shape;1906;p152"/>
            <p:cNvSpPr/>
            <p:nvPr/>
          </p:nvSpPr>
          <p:spPr>
            <a:xfrm>
              <a:off x="4772896" y="465695"/>
              <a:ext cx="149100" cy="149100"/>
            </a:xfrm>
            <a:prstGeom prst="ellipse">
              <a:avLst/>
            </a:prstGeom>
            <a:noFill/>
            <a:ln w="1905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Quattrocento Sans"/>
                <a:ea typeface="Quattrocento Sans"/>
                <a:cs typeface="Quattrocento Sans"/>
                <a:sym typeface="Quattrocento Sans"/>
              </a:endParaRPr>
            </a:p>
          </p:txBody>
        </p:sp>
        <p:sp>
          <p:nvSpPr>
            <p:cNvPr id="1907" name="Google Shape;1907;p152"/>
            <p:cNvSpPr/>
            <p:nvPr/>
          </p:nvSpPr>
          <p:spPr>
            <a:xfrm>
              <a:off x="4633352" y="579688"/>
              <a:ext cx="149100" cy="149100"/>
            </a:xfrm>
            <a:prstGeom prst="ellipse">
              <a:avLst/>
            </a:prstGeom>
            <a:noFill/>
            <a:ln w="1905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Quattrocento Sans"/>
                <a:ea typeface="Quattrocento Sans"/>
                <a:cs typeface="Quattrocento Sans"/>
                <a:sym typeface="Quattrocento Sans"/>
              </a:endParaRPr>
            </a:p>
          </p:txBody>
        </p:sp>
        <p:sp>
          <p:nvSpPr>
            <p:cNvPr id="1908" name="Google Shape;1908;p152"/>
            <p:cNvSpPr/>
            <p:nvPr/>
          </p:nvSpPr>
          <p:spPr>
            <a:xfrm>
              <a:off x="4643631" y="1036997"/>
              <a:ext cx="149100" cy="149100"/>
            </a:xfrm>
            <a:prstGeom prst="ellipse">
              <a:avLst/>
            </a:prstGeom>
            <a:noFill/>
            <a:ln w="1905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Quattrocento Sans"/>
                <a:ea typeface="Quattrocento Sans"/>
                <a:cs typeface="Quattrocento Sans"/>
                <a:sym typeface="Quattrocento Sans"/>
              </a:endParaRPr>
            </a:p>
          </p:txBody>
        </p:sp>
        <p:sp>
          <p:nvSpPr>
            <p:cNvPr id="1909" name="Google Shape;1909;p152"/>
            <p:cNvSpPr/>
            <p:nvPr/>
          </p:nvSpPr>
          <p:spPr>
            <a:xfrm>
              <a:off x="4996580" y="1147614"/>
              <a:ext cx="149100" cy="149100"/>
            </a:xfrm>
            <a:prstGeom prst="ellipse">
              <a:avLst/>
            </a:prstGeom>
            <a:noFill/>
            <a:ln w="1905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Quattrocento Sans"/>
                <a:ea typeface="Quattrocento Sans"/>
                <a:cs typeface="Quattrocento Sans"/>
                <a:sym typeface="Quattrocento Sans"/>
              </a:endParaRPr>
            </a:p>
          </p:txBody>
        </p:sp>
        <p:sp>
          <p:nvSpPr>
            <p:cNvPr id="1910" name="Google Shape;1910;p152"/>
            <p:cNvSpPr/>
            <p:nvPr/>
          </p:nvSpPr>
          <p:spPr>
            <a:xfrm>
              <a:off x="5227956" y="924875"/>
              <a:ext cx="149100" cy="149100"/>
            </a:xfrm>
            <a:prstGeom prst="ellipse">
              <a:avLst/>
            </a:prstGeom>
            <a:noFill/>
            <a:ln w="1905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Quattrocento Sans"/>
                <a:ea typeface="Quattrocento Sans"/>
                <a:cs typeface="Quattrocento Sans"/>
                <a:sym typeface="Quattrocento Sans"/>
              </a:endParaRPr>
            </a:p>
          </p:txBody>
        </p:sp>
        <p:sp>
          <p:nvSpPr>
            <p:cNvPr id="1911" name="Google Shape;1911;p152"/>
            <p:cNvSpPr/>
            <p:nvPr/>
          </p:nvSpPr>
          <p:spPr>
            <a:xfrm>
              <a:off x="5227956" y="694322"/>
              <a:ext cx="149100" cy="149100"/>
            </a:xfrm>
            <a:prstGeom prst="ellipse">
              <a:avLst/>
            </a:prstGeom>
            <a:noFill/>
            <a:ln w="19050" cap="flat" cmpd="sng">
              <a:solidFill>
                <a:srgbClr val="7A7A87"/>
              </a:solidFill>
              <a:prstDash val="solid"/>
              <a:round/>
              <a:headEnd type="none" w="sm" len="sm"/>
              <a:tailEnd type="none" w="sm" len="sm"/>
            </a:ln>
          </p:spPr>
          <p:txBody>
            <a:bodyPr spcFirstLastPara="1" wrap="square" lIns="67200" tIns="33600" rIns="67200" bIns="336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Quattrocento Sans"/>
                <a:ea typeface="Quattrocento Sans"/>
                <a:cs typeface="Quattrocento Sans"/>
                <a:sym typeface="Quattrocento Sans"/>
              </a:endParaRPr>
            </a:p>
          </p:txBody>
        </p:sp>
      </p:grpSp>
      <p:sp>
        <p:nvSpPr>
          <p:cNvPr id="1912" name="Google Shape;1912;p152"/>
          <p:cNvSpPr/>
          <p:nvPr/>
        </p:nvSpPr>
        <p:spPr>
          <a:xfrm>
            <a:off x="1515877" y="2795803"/>
            <a:ext cx="964500" cy="4401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788"/>
              <a:buFont typeface="Arial"/>
              <a:buNone/>
            </a:pPr>
            <a:r>
              <a:rPr lang="en-US" sz="788" b="0" i="0" u="none" strike="noStrike" cap="none">
                <a:solidFill>
                  <a:srgbClr val="000000"/>
                </a:solidFill>
                <a:latin typeface="Quattrocento Sans"/>
                <a:ea typeface="Quattrocento Sans"/>
                <a:cs typeface="Quattrocento Sans"/>
                <a:sym typeface="Quattrocento Sans"/>
              </a:rPr>
              <a:t>Azure Event Hub</a:t>
            </a:r>
            <a:endParaRPr sz="1029"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88"/>
              <a:buFont typeface="Arial"/>
              <a:buNone/>
            </a:pPr>
            <a:r>
              <a:rPr lang="en-US" sz="788" b="0" i="0" u="none" strike="noStrike" cap="none">
                <a:solidFill>
                  <a:srgbClr val="000000"/>
                </a:solidFill>
                <a:latin typeface="Quattrocento Sans"/>
                <a:ea typeface="Quattrocento Sans"/>
                <a:cs typeface="Quattrocento Sans"/>
                <a:sym typeface="Quattrocento Sans"/>
              </a:rPr>
              <a:t>Azure IoT Hub</a:t>
            </a:r>
            <a:endParaRPr sz="1029"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88"/>
              <a:buFont typeface="Arial"/>
              <a:buNone/>
            </a:pPr>
            <a:r>
              <a:rPr lang="en-US" sz="788" b="0" i="0" u="none" strike="noStrike" cap="none">
                <a:solidFill>
                  <a:srgbClr val="000000"/>
                </a:solidFill>
                <a:latin typeface="Quattrocento Sans"/>
                <a:ea typeface="Quattrocento Sans"/>
                <a:cs typeface="Quattrocento Sans"/>
                <a:sym typeface="Quattrocento Sans"/>
              </a:rPr>
              <a:t>Kafka</a:t>
            </a:r>
            <a:endParaRPr sz="1029" b="0" i="0" u="none" strike="noStrike" cap="none">
              <a:solidFill>
                <a:srgbClr val="000000"/>
              </a:solidFill>
              <a:latin typeface="Arial"/>
              <a:ea typeface="Arial"/>
              <a:cs typeface="Arial"/>
              <a:sym typeface="Arial"/>
            </a:endParaRPr>
          </a:p>
        </p:txBody>
      </p:sp>
      <p:grpSp>
        <p:nvGrpSpPr>
          <p:cNvPr id="1913" name="Google Shape;1913;p152"/>
          <p:cNvGrpSpPr/>
          <p:nvPr/>
        </p:nvGrpSpPr>
        <p:grpSpPr>
          <a:xfrm>
            <a:off x="1903633" y="2356921"/>
            <a:ext cx="238761" cy="405638"/>
            <a:chOff x="10668000" y="1393825"/>
            <a:chExt cx="526950" cy="895250"/>
          </a:xfrm>
        </p:grpSpPr>
        <p:sp>
          <p:nvSpPr>
            <p:cNvPr id="1914" name="Google Shape;1914;p152"/>
            <p:cNvSpPr/>
            <p:nvPr/>
          </p:nvSpPr>
          <p:spPr>
            <a:xfrm>
              <a:off x="10690225" y="1393825"/>
              <a:ext cx="203100" cy="203100"/>
            </a:xfrm>
            <a:prstGeom prst="ellipse">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1915" name="Google Shape;1915;p152"/>
            <p:cNvSpPr/>
            <p:nvPr/>
          </p:nvSpPr>
          <p:spPr>
            <a:xfrm>
              <a:off x="10690225" y="2085975"/>
              <a:ext cx="203100" cy="203100"/>
            </a:xfrm>
            <a:prstGeom prst="ellipse">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1916" name="Google Shape;1916;p152"/>
            <p:cNvSpPr/>
            <p:nvPr/>
          </p:nvSpPr>
          <p:spPr>
            <a:xfrm>
              <a:off x="10991850" y="1911350"/>
              <a:ext cx="203100" cy="203100"/>
            </a:xfrm>
            <a:prstGeom prst="ellipse">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1917" name="Google Shape;1917;p152"/>
            <p:cNvSpPr/>
            <p:nvPr/>
          </p:nvSpPr>
          <p:spPr>
            <a:xfrm>
              <a:off x="10991850" y="1565275"/>
              <a:ext cx="203100" cy="203100"/>
            </a:xfrm>
            <a:prstGeom prst="ellipse">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1918" name="Google Shape;1918;p152"/>
            <p:cNvSpPr/>
            <p:nvPr/>
          </p:nvSpPr>
          <p:spPr>
            <a:xfrm>
              <a:off x="10668000" y="1717675"/>
              <a:ext cx="247500" cy="247500"/>
            </a:xfrm>
            <a:prstGeom prst="ellipse">
              <a:avLst/>
            </a:pr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cxnSp>
          <p:nvCxnSpPr>
            <p:cNvPr id="1919" name="Google Shape;1919;p152"/>
            <p:cNvCxnSpPr/>
            <p:nvPr/>
          </p:nvCxnSpPr>
          <p:spPr>
            <a:xfrm>
              <a:off x="10791825" y="1597025"/>
              <a:ext cx="0" cy="120600"/>
            </a:xfrm>
            <a:prstGeom prst="straightConnector1">
              <a:avLst/>
            </a:prstGeom>
            <a:noFill/>
            <a:ln w="19050" cap="flat" cmpd="sng">
              <a:solidFill>
                <a:srgbClr val="7A7A87"/>
              </a:solidFill>
              <a:prstDash val="solid"/>
              <a:round/>
              <a:headEnd type="none" w="sm" len="sm"/>
              <a:tailEnd type="none" w="sm" len="sm"/>
            </a:ln>
          </p:spPr>
        </p:cxnSp>
        <p:cxnSp>
          <p:nvCxnSpPr>
            <p:cNvPr id="1920" name="Google Shape;1920;p152"/>
            <p:cNvCxnSpPr/>
            <p:nvPr/>
          </p:nvCxnSpPr>
          <p:spPr>
            <a:xfrm>
              <a:off x="10791825" y="1966190"/>
              <a:ext cx="0" cy="120600"/>
            </a:xfrm>
            <a:prstGeom prst="straightConnector1">
              <a:avLst/>
            </a:prstGeom>
            <a:noFill/>
            <a:ln w="19050" cap="flat" cmpd="sng">
              <a:solidFill>
                <a:srgbClr val="7A7A87"/>
              </a:solidFill>
              <a:prstDash val="solid"/>
              <a:round/>
              <a:headEnd type="none" w="sm" len="sm"/>
              <a:tailEnd type="none" w="sm" len="sm"/>
            </a:ln>
          </p:spPr>
        </p:cxnSp>
        <p:cxnSp>
          <p:nvCxnSpPr>
            <p:cNvPr id="1921" name="Google Shape;1921;p152"/>
            <p:cNvCxnSpPr/>
            <p:nvPr/>
          </p:nvCxnSpPr>
          <p:spPr>
            <a:xfrm flipH="1">
              <a:off x="10895847" y="1717148"/>
              <a:ext cx="109200" cy="61500"/>
            </a:xfrm>
            <a:prstGeom prst="straightConnector1">
              <a:avLst/>
            </a:prstGeom>
            <a:noFill/>
            <a:ln w="19050" cap="flat" cmpd="sng">
              <a:solidFill>
                <a:srgbClr val="7A7A87"/>
              </a:solidFill>
              <a:prstDash val="solid"/>
              <a:round/>
              <a:headEnd type="none" w="sm" len="sm"/>
              <a:tailEnd type="none" w="sm" len="sm"/>
            </a:ln>
          </p:spPr>
        </p:cxnSp>
        <p:cxnSp>
          <p:nvCxnSpPr>
            <p:cNvPr id="1922" name="Google Shape;1922;p152"/>
            <p:cNvCxnSpPr/>
            <p:nvPr/>
          </p:nvCxnSpPr>
          <p:spPr>
            <a:xfrm>
              <a:off x="10905558" y="1903102"/>
              <a:ext cx="101100" cy="57000"/>
            </a:xfrm>
            <a:prstGeom prst="straightConnector1">
              <a:avLst/>
            </a:prstGeom>
            <a:noFill/>
            <a:ln w="19050" cap="flat" cmpd="sng">
              <a:solidFill>
                <a:srgbClr val="7A7A87"/>
              </a:solidFill>
              <a:prstDash val="solid"/>
              <a:round/>
              <a:headEnd type="none" w="sm" len="sm"/>
              <a:tailEnd type="none" w="sm" len="sm"/>
            </a:ln>
          </p:spPr>
        </p:cxnSp>
      </p:grpSp>
      <p:cxnSp>
        <p:nvCxnSpPr>
          <p:cNvPr id="1923" name="Google Shape;1923;p152"/>
          <p:cNvCxnSpPr/>
          <p:nvPr/>
        </p:nvCxnSpPr>
        <p:spPr>
          <a:xfrm rot="-5400000" flipH="1">
            <a:off x="1151637" y="1902268"/>
            <a:ext cx="987300" cy="326400"/>
          </a:xfrm>
          <a:prstGeom prst="bentConnector3">
            <a:avLst>
              <a:gd name="adj1" fmla="val 99923"/>
            </a:avLst>
          </a:prstGeom>
          <a:noFill/>
          <a:ln w="19050" cap="flat" cmpd="sng">
            <a:solidFill>
              <a:srgbClr val="9999A2"/>
            </a:solidFill>
            <a:prstDash val="dash"/>
            <a:round/>
            <a:headEnd type="none" w="sm" len="sm"/>
            <a:tailEnd type="triangle" w="med" len="med"/>
          </a:ln>
        </p:spPr>
      </p:cxnSp>
      <p:cxnSp>
        <p:nvCxnSpPr>
          <p:cNvPr id="1924" name="Google Shape;1924;p152"/>
          <p:cNvCxnSpPr/>
          <p:nvPr/>
        </p:nvCxnSpPr>
        <p:spPr>
          <a:xfrm>
            <a:off x="1203145" y="1563505"/>
            <a:ext cx="279000" cy="0"/>
          </a:xfrm>
          <a:prstGeom prst="straightConnector1">
            <a:avLst/>
          </a:prstGeom>
          <a:noFill/>
          <a:ln w="19050" cap="flat" cmpd="sng">
            <a:solidFill>
              <a:srgbClr val="7A7A87"/>
            </a:solidFill>
            <a:prstDash val="dash"/>
            <a:round/>
            <a:headEnd type="none" w="sm" len="sm"/>
            <a:tailEnd type="none" w="sm" len="sm"/>
          </a:ln>
        </p:spPr>
      </p:cxnSp>
      <p:sp>
        <p:nvSpPr>
          <p:cNvPr id="1925" name="Google Shape;1925;p152"/>
          <p:cNvSpPr/>
          <p:nvPr/>
        </p:nvSpPr>
        <p:spPr>
          <a:xfrm>
            <a:off x="2638531" y="3741294"/>
            <a:ext cx="394274" cy="340847"/>
          </a:xfrm>
          <a:custGeom>
            <a:avLst/>
            <a:gdLst/>
            <a:ahLst/>
            <a:cxnLst/>
            <a:rect l="l" t="t" r="r" b="b"/>
            <a:pathLst>
              <a:path w="4638512" h="4009962" extrusionOk="0">
                <a:moveTo>
                  <a:pt x="2045820" y="2246179"/>
                </a:moveTo>
                <a:cubicBezTo>
                  <a:pt x="2105351" y="2246179"/>
                  <a:pt x="2135116" y="2323694"/>
                  <a:pt x="2135116" y="2478723"/>
                </a:cubicBezTo>
                <a:cubicBezTo>
                  <a:pt x="2135116" y="2633753"/>
                  <a:pt x="2104731" y="2711267"/>
                  <a:pt x="2043959" y="2711267"/>
                </a:cubicBezTo>
                <a:cubicBezTo>
                  <a:pt x="1981637" y="2711267"/>
                  <a:pt x="1950477" y="2636078"/>
                  <a:pt x="1950477" y="2485699"/>
                </a:cubicBezTo>
                <a:cubicBezTo>
                  <a:pt x="1950477" y="2326019"/>
                  <a:pt x="1982258" y="2246179"/>
                  <a:pt x="2045820" y="2246179"/>
                </a:cubicBezTo>
                <a:close/>
                <a:moveTo>
                  <a:pt x="2052331" y="2134093"/>
                </a:moveTo>
                <a:cubicBezTo>
                  <a:pt x="1970785" y="2134093"/>
                  <a:pt x="1908541" y="2164401"/>
                  <a:pt x="1865598" y="2225018"/>
                </a:cubicBezTo>
                <a:cubicBezTo>
                  <a:pt x="1822655" y="2285634"/>
                  <a:pt x="1801183" y="2373768"/>
                  <a:pt x="1801183" y="2489420"/>
                </a:cubicBezTo>
                <a:cubicBezTo>
                  <a:pt x="1801183" y="2712352"/>
                  <a:pt x="1880558" y="2823818"/>
                  <a:pt x="2039308" y="2823818"/>
                </a:cubicBezTo>
                <a:cubicBezTo>
                  <a:pt x="2118373" y="2823818"/>
                  <a:pt x="2179067" y="2793743"/>
                  <a:pt x="2221390" y="2733591"/>
                </a:cubicBezTo>
                <a:cubicBezTo>
                  <a:pt x="2263713" y="2673440"/>
                  <a:pt x="2284875" y="2586934"/>
                  <a:pt x="2284875" y="2474072"/>
                </a:cubicBezTo>
                <a:cubicBezTo>
                  <a:pt x="2284875" y="2247419"/>
                  <a:pt x="2207360" y="2134093"/>
                  <a:pt x="2052331" y="2134093"/>
                </a:cubicBezTo>
                <a:close/>
                <a:moveTo>
                  <a:pt x="2619664" y="2130372"/>
                </a:moveTo>
                <a:cubicBezTo>
                  <a:pt x="2592378" y="2151146"/>
                  <a:pt x="2561838" y="2170215"/>
                  <a:pt x="2528041" y="2187578"/>
                </a:cubicBezTo>
                <a:cubicBezTo>
                  <a:pt x="2494245" y="2204941"/>
                  <a:pt x="2458278" y="2219204"/>
                  <a:pt x="2420141" y="2230366"/>
                </a:cubicBezTo>
                <a:lnTo>
                  <a:pt x="2420141" y="2354080"/>
                </a:lnTo>
                <a:cubicBezTo>
                  <a:pt x="2433163" y="2352529"/>
                  <a:pt x="2446341" y="2349971"/>
                  <a:pt x="2459673" y="2346406"/>
                </a:cubicBezTo>
                <a:cubicBezTo>
                  <a:pt x="2473006" y="2342840"/>
                  <a:pt x="2485873" y="2338499"/>
                  <a:pt x="2498276" y="2333383"/>
                </a:cubicBezTo>
                <a:cubicBezTo>
                  <a:pt x="2510678" y="2328267"/>
                  <a:pt x="2522383" y="2322531"/>
                  <a:pt x="2533390" y="2316175"/>
                </a:cubicBezTo>
                <a:cubicBezTo>
                  <a:pt x="2544397" y="2309819"/>
                  <a:pt x="2553931" y="2303075"/>
                  <a:pt x="2561993" y="2295944"/>
                </a:cubicBezTo>
                <a:lnTo>
                  <a:pt x="2561993" y="2812191"/>
                </a:lnTo>
                <a:lnTo>
                  <a:pt x="2708495" y="2812191"/>
                </a:lnTo>
                <a:lnTo>
                  <a:pt x="2708495" y="2130372"/>
                </a:lnTo>
                <a:close/>
                <a:moveTo>
                  <a:pt x="2598269" y="1315451"/>
                </a:moveTo>
                <a:cubicBezTo>
                  <a:pt x="2657801" y="1315451"/>
                  <a:pt x="2687566" y="1392966"/>
                  <a:pt x="2687566" y="1547995"/>
                </a:cubicBezTo>
                <a:cubicBezTo>
                  <a:pt x="2687566" y="1703024"/>
                  <a:pt x="2657181" y="1780539"/>
                  <a:pt x="2596409" y="1780539"/>
                </a:cubicBezTo>
                <a:cubicBezTo>
                  <a:pt x="2534087" y="1780539"/>
                  <a:pt x="2502926" y="1705350"/>
                  <a:pt x="2502926" y="1554971"/>
                </a:cubicBezTo>
                <a:cubicBezTo>
                  <a:pt x="2502926" y="1395291"/>
                  <a:pt x="2534707" y="1315451"/>
                  <a:pt x="2598269" y="1315451"/>
                </a:cubicBezTo>
                <a:close/>
                <a:moveTo>
                  <a:pt x="2604781" y="1203365"/>
                </a:moveTo>
                <a:cubicBezTo>
                  <a:pt x="2523235" y="1203365"/>
                  <a:pt x="2460991" y="1233673"/>
                  <a:pt x="2418048" y="1294290"/>
                </a:cubicBezTo>
                <a:cubicBezTo>
                  <a:pt x="2375105" y="1354906"/>
                  <a:pt x="2353633" y="1443040"/>
                  <a:pt x="2353633" y="1558692"/>
                </a:cubicBezTo>
                <a:cubicBezTo>
                  <a:pt x="2353633" y="1781624"/>
                  <a:pt x="2433008" y="1893090"/>
                  <a:pt x="2591758" y="1893090"/>
                </a:cubicBezTo>
                <a:cubicBezTo>
                  <a:pt x="2670823" y="1893090"/>
                  <a:pt x="2731517" y="1863015"/>
                  <a:pt x="2773840" y="1802863"/>
                </a:cubicBezTo>
                <a:cubicBezTo>
                  <a:pt x="2816163" y="1742712"/>
                  <a:pt x="2837325" y="1656206"/>
                  <a:pt x="2837325" y="1543344"/>
                </a:cubicBezTo>
                <a:cubicBezTo>
                  <a:pt x="2837325" y="1316691"/>
                  <a:pt x="2759810" y="1203365"/>
                  <a:pt x="2604781" y="1203365"/>
                </a:cubicBezTo>
                <a:close/>
                <a:moveTo>
                  <a:pt x="2067214" y="1199644"/>
                </a:moveTo>
                <a:cubicBezTo>
                  <a:pt x="2039928" y="1220418"/>
                  <a:pt x="2009388" y="1239487"/>
                  <a:pt x="1975591" y="1256850"/>
                </a:cubicBezTo>
                <a:cubicBezTo>
                  <a:pt x="1941795" y="1274213"/>
                  <a:pt x="1905828" y="1288476"/>
                  <a:pt x="1867691" y="1299638"/>
                </a:cubicBezTo>
                <a:lnTo>
                  <a:pt x="1867691" y="1423352"/>
                </a:lnTo>
                <a:cubicBezTo>
                  <a:pt x="1880713" y="1421801"/>
                  <a:pt x="1893891" y="1419243"/>
                  <a:pt x="1907223" y="1415678"/>
                </a:cubicBezTo>
                <a:cubicBezTo>
                  <a:pt x="1920556" y="1412112"/>
                  <a:pt x="1933423" y="1407771"/>
                  <a:pt x="1945826" y="1402655"/>
                </a:cubicBezTo>
                <a:cubicBezTo>
                  <a:pt x="1958228" y="1397539"/>
                  <a:pt x="1969933" y="1391803"/>
                  <a:pt x="1980940" y="1385447"/>
                </a:cubicBezTo>
                <a:cubicBezTo>
                  <a:pt x="1991947" y="1379091"/>
                  <a:pt x="2001481" y="1372347"/>
                  <a:pt x="2009543" y="1365216"/>
                </a:cubicBezTo>
                <a:lnTo>
                  <a:pt x="2009543" y="1881463"/>
                </a:lnTo>
                <a:lnTo>
                  <a:pt x="2156045" y="1881463"/>
                </a:lnTo>
                <a:lnTo>
                  <a:pt x="2156045" y="1199644"/>
                </a:lnTo>
                <a:close/>
                <a:moveTo>
                  <a:pt x="1451717" y="975276"/>
                </a:moveTo>
                <a:lnTo>
                  <a:pt x="2932580" y="975277"/>
                </a:lnTo>
                <a:lnTo>
                  <a:pt x="2932580" y="1360287"/>
                </a:lnTo>
                <a:lnTo>
                  <a:pt x="3300325" y="1360287"/>
                </a:lnTo>
                <a:lnTo>
                  <a:pt x="3300325" y="2920137"/>
                </a:lnTo>
                <a:cubicBezTo>
                  <a:pt x="3300325" y="2983620"/>
                  <a:pt x="3248862" y="3035083"/>
                  <a:pt x="3185379" y="3035083"/>
                </a:cubicBezTo>
                <a:lnTo>
                  <a:pt x="1451717" y="3035083"/>
                </a:lnTo>
                <a:cubicBezTo>
                  <a:pt x="1388234" y="3035083"/>
                  <a:pt x="1336771" y="2983619"/>
                  <a:pt x="1336771" y="2920137"/>
                </a:cubicBezTo>
                <a:lnTo>
                  <a:pt x="1336771" y="1090222"/>
                </a:lnTo>
                <a:cubicBezTo>
                  <a:pt x="1336771" y="1026739"/>
                  <a:pt x="1388234" y="975276"/>
                  <a:pt x="1451717" y="975276"/>
                </a:cubicBezTo>
                <a:close/>
                <a:moveTo>
                  <a:pt x="1471468" y="797915"/>
                </a:moveTo>
                <a:cubicBezTo>
                  <a:pt x="1297768" y="797915"/>
                  <a:pt x="1156956" y="938726"/>
                  <a:pt x="1156956" y="1112426"/>
                </a:cubicBezTo>
                <a:lnTo>
                  <a:pt x="1156956" y="2900449"/>
                </a:lnTo>
                <a:cubicBezTo>
                  <a:pt x="1156956" y="3074149"/>
                  <a:pt x="1297768" y="3214960"/>
                  <a:pt x="1471468" y="3214961"/>
                </a:cubicBezTo>
                <a:lnTo>
                  <a:pt x="3166302" y="3214961"/>
                </a:lnTo>
                <a:cubicBezTo>
                  <a:pt x="3340003" y="3214960"/>
                  <a:pt x="3480814" y="3074149"/>
                  <a:pt x="3480814" y="2900449"/>
                </a:cubicBezTo>
                <a:lnTo>
                  <a:pt x="3480814" y="1279104"/>
                </a:lnTo>
                <a:lnTo>
                  <a:pt x="2999625" y="797915"/>
                </a:lnTo>
                <a:close/>
                <a:moveTo>
                  <a:pt x="1168463" y="0"/>
                </a:moveTo>
                <a:lnTo>
                  <a:pt x="3470048" y="0"/>
                </a:lnTo>
                <a:lnTo>
                  <a:pt x="4638512" y="2004981"/>
                </a:lnTo>
                <a:lnTo>
                  <a:pt x="3470048" y="4009962"/>
                </a:lnTo>
                <a:lnTo>
                  <a:pt x="1168463" y="4009962"/>
                </a:lnTo>
                <a:lnTo>
                  <a:pt x="0" y="2004981"/>
                </a:lnTo>
                <a:close/>
              </a:path>
            </a:pathLst>
          </a:custGeom>
          <a:solidFill>
            <a:srgbClr val="9999A2"/>
          </a:solidFill>
          <a:ln>
            <a:noFill/>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FFFFFF"/>
              </a:solidFill>
              <a:latin typeface="Quattrocento Sans"/>
              <a:ea typeface="Quattrocento Sans"/>
              <a:cs typeface="Quattrocento Sans"/>
              <a:sym typeface="Quattrocento Sans"/>
            </a:endParaRPr>
          </a:p>
        </p:txBody>
      </p:sp>
      <p:sp>
        <p:nvSpPr>
          <p:cNvPr id="1926" name="Google Shape;1926;p152"/>
          <p:cNvSpPr/>
          <p:nvPr/>
        </p:nvSpPr>
        <p:spPr>
          <a:xfrm>
            <a:off x="2491395" y="4093338"/>
            <a:ext cx="667500" cy="1986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825"/>
              <a:buFont typeface="Arial"/>
              <a:buNone/>
            </a:pPr>
            <a:r>
              <a:rPr lang="en-US" sz="825" b="0" i="0" u="none" strike="noStrike" cap="none">
                <a:solidFill>
                  <a:srgbClr val="000000"/>
                </a:solidFill>
                <a:latin typeface="Quattrocento Sans"/>
                <a:ea typeface="Quattrocento Sans"/>
                <a:cs typeface="Quattrocento Sans"/>
                <a:sym typeface="Quattrocento Sans"/>
              </a:rPr>
              <a:t>Raw Format</a:t>
            </a:r>
            <a:endParaRPr sz="1029" b="0" i="0" u="none" strike="noStrike" cap="none">
              <a:solidFill>
                <a:srgbClr val="000000"/>
              </a:solidFill>
              <a:latin typeface="Arial"/>
              <a:ea typeface="Arial"/>
              <a:cs typeface="Arial"/>
              <a:sym typeface="Arial"/>
            </a:endParaRPr>
          </a:p>
        </p:txBody>
      </p:sp>
      <p:cxnSp>
        <p:nvCxnSpPr>
          <p:cNvPr id="1927" name="Google Shape;1927;p152"/>
          <p:cNvCxnSpPr/>
          <p:nvPr/>
        </p:nvCxnSpPr>
        <p:spPr>
          <a:xfrm>
            <a:off x="2202611" y="3894903"/>
            <a:ext cx="362100" cy="0"/>
          </a:xfrm>
          <a:prstGeom prst="straightConnector1">
            <a:avLst/>
          </a:prstGeom>
          <a:noFill/>
          <a:ln w="19050" cap="flat" cmpd="sng">
            <a:solidFill>
              <a:srgbClr val="9999A2"/>
            </a:solidFill>
            <a:prstDash val="dash"/>
            <a:round/>
            <a:headEnd type="none" w="sm" len="sm"/>
            <a:tailEnd type="triangle" w="med" len="med"/>
          </a:ln>
        </p:spPr>
      </p:cxnSp>
      <p:sp>
        <p:nvSpPr>
          <p:cNvPr id="1928" name="Google Shape;1928;p152"/>
          <p:cNvSpPr/>
          <p:nvPr/>
        </p:nvSpPr>
        <p:spPr>
          <a:xfrm>
            <a:off x="1482087" y="841918"/>
            <a:ext cx="1547400" cy="629100"/>
          </a:xfrm>
          <a:prstGeom prst="rect">
            <a:avLst/>
          </a:prstGeom>
          <a:noFill/>
          <a:ln>
            <a:noFill/>
          </a:ln>
        </p:spPr>
        <p:txBody>
          <a:bodyPr spcFirstLastPara="1" wrap="square" lIns="67200" tIns="33600" rIns="67200" bIns="336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0000"/>
                </a:solidFill>
                <a:latin typeface="Quattrocento Sans"/>
                <a:ea typeface="Quattrocento Sans"/>
                <a:cs typeface="Quattrocento Sans"/>
                <a:sym typeface="Quattrocento Sans"/>
              </a:rPr>
              <a:t>Step 1</a:t>
            </a:r>
            <a:endParaRPr sz="1029" b="0" i="0" u="none" strike="noStrike" cap="none">
              <a:solidFill>
                <a:srgbClr val="000000"/>
              </a:solidFill>
              <a:latin typeface="Arial"/>
              <a:ea typeface="Arial"/>
              <a:cs typeface="Arial"/>
              <a:sym typeface="Arial"/>
            </a:endParaRPr>
          </a:p>
          <a:p>
            <a:pPr marL="0" marR="0" lvl="0" indent="0" algn="l" rtl="0">
              <a:lnSpc>
                <a:spcPct val="100000"/>
              </a:lnSpc>
              <a:spcBef>
                <a:spcPts val="225"/>
              </a:spcBef>
              <a:spcAft>
                <a:spcPts val="0"/>
              </a:spcAft>
              <a:buClr>
                <a:srgbClr val="000000"/>
              </a:buClr>
              <a:buSzPts val="300"/>
              <a:buFont typeface="Arial"/>
              <a:buNone/>
            </a:pPr>
            <a:endParaRPr sz="300" b="1" i="0" u="none" strike="noStrike" cap="none">
              <a:solidFill>
                <a:srgbClr val="000000"/>
              </a:solidFill>
              <a:latin typeface="Quattrocento Sans"/>
              <a:ea typeface="Quattrocento Sans"/>
              <a:cs typeface="Quattrocento Sans"/>
              <a:sym typeface="Quattrocento Sans"/>
            </a:endParaRPr>
          </a:p>
          <a:p>
            <a:pPr marL="0" marR="0" lvl="0" indent="0" algn="l" rtl="0">
              <a:lnSpc>
                <a:spcPct val="100000"/>
              </a:lnSpc>
              <a:spcBef>
                <a:spcPts val="225"/>
              </a:spcBef>
              <a:spcAft>
                <a:spcPts val="0"/>
              </a:spcAft>
              <a:buClr>
                <a:srgbClr val="000000"/>
              </a:buClr>
              <a:buSzPts val="900"/>
              <a:buFont typeface="Arial"/>
              <a:buNone/>
            </a:pPr>
            <a:r>
              <a:rPr lang="en-US" sz="900" b="0" i="0" u="none" strike="noStrike" cap="none">
                <a:solidFill>
                  <a:srgbClr val="000000"/>
                </a:solidFill>
                <a:latin typeface="Quattrocento Sans"/>
                <a:ea typeface="Quattrocento Sans"/>
                <a:cs typeface="Quattrocento Sans"/>
                <a:sym typeface="Quattrocento Sans"/>
              </a:rPr>
              <a:t>Load raw data to Azure Data Lake Storage</a:t>
            </a:r>
            <a:endParaRPr sz="1029" b="0" i="0" u="none" strike="noStrike" cap="none">
              <a:solidFill>
                <a:srgbClr val="000000"/>
              </a:solidFill>
              <a:latin typeface="Arial"/>
              <a:ea typeface="Arial"/>
              <a:cs typeface="Arial"/>
              <a:sym typeface="Arial"/>
            </a:endParaRPr>
          </a:p>
        </p:txBody>
      </p:sp>
      <p:sp>
        <p:nvSpPr>
          <p:cNvPr id="1929" name="Google Shape;1929;p152"/>
          <p:cNvSpPr/>
          <p:nvPr/>
        </p:nvSpPr>
        <p:spPr>
          <a:xfrm>
            <a:off x="7547100" y="2013895"/>
            <a:ext cx="345230" cy="319702"/>
          </a:xfrm>
          <a:custGeom>
            <a:avLst/>
            <a:gdLst/>
            <a:ahLst/>
            <a:cxnLst/>
            <a:rect l="l" t="t" r="r" b="b"/>
            <a:pathLst>
              <a:path w="4761797" h="4409679" extrusionOk="0">
                <a:moveTo>
                  <a:pt x="4063449" y="3626137"/>
                </a:moveTo>
                <a:lnTo>
                  <a:pt x="4063449" y="3663453"/>
                </a:lnTo>
                <a:cubicBezTo>
                  <a:pt x="4063449" y="3850010"/>
                  <a:pt x="4209223" y="3999250"/>
                  <a:pt x="4391441" y="3999250"/>
                </a:cubicBezTo>
                <a:cubicBezTo>
                  <a:pt x="4427884" y="3999250"/>
                  <a:pt x="4427884" y="3999250"/>
                  <a:pt x="4427884" y="4036566"/>
                </a:cubicBezTo>
                <a:lnTo>
                  <a:pt x="4391441" y="4036566"/>
                </a:lnTo>
                <a:cubicBezTo>
                  <a:pt x="4209223" y="4036566"/>
                  <a:pt x="4063449" y="4185807"/>
                  <a:pt x="4063449" y="4372363"/>
                </a:cubicBezTo>
                <a:lnTo>
                  <a:pt x="4063449" y="4409679"/>
                </a:lnTo>
                <a:cubicBezTo>
                  <a:pt x="4027005" y="4409679"/>
                  <a:pt x="4027005" y="4409679"/>
                  <a:pt x="4027005" y="4372363"/>
                </a:cubicBezTo>
                <a:cubicBezTo>
                  <a:pt x="4027005" y="4185807"/>
                  <a:pt x="3881231" y="4036566"/>
                  <a:pt x="3699013" y="4036566"/>
                </a:cubicBezTo>
                <a:lnTo>
                  <a:pt x="3662570" y="4036566"/>
                </a:lnTo>
                <a:cubicBezTo>
                  <a:pt x="3662570" y="3999250"/>
                  <a:pt x="3699013" y="3999250"/>
                  <a:pt x="3699013" y="3999250"/>
                </a:cubicBezTo>
                <a:cubicBezTo>
                  <a:pt x="3881231" y="3999250"/>
                  <a:pt x="4027005" y="3850010"/>
                  <a:pt x="4027005" y="3663453"/>
                </a:cubicBezTo>
                <a:cubicBezTo>
                  <a:pt x="4027005" y="3663453"/>
                  <a:pt x="4027005" y="3626137"/>
                  <a:pt x="4063449" y="3626137"/>
                </a:cubicBezTo>
                <a:close/>
                <a:moveTo>
                  <a:pt x="4138826" y="974873"/>
                </a:moveTo>
                <a:cubicBezTo>
                  <a:pt x="3989735" y="974873"/>
                  <a:pt x="3840655" y="1012327"/>
                  <a:pt x="3691564" y="1049781"/>
                </a:cubicBezTo>
                <a:cubicBezTo>
                  <a:pt x="3579754" y="1087234"/>
                  <a:pt x="3505203" y="1087234"/>
                  <a:pt x="3393393" y="1124699"/>
                </a:cubicBezTo>
                <a:lnTo>
                  <a:pt x="3466595" y="1193397"/>
                </a:lnTo>
                <a:cubicBezTo>
                  <a:pt x="3506658" y="1230520"/>
                  <a:pt x="3545427" y="1270128"/>
                  <a:pt x="3582738" y="1312220"/>
                </a:cubicBezTo>
                <a:cubicBezTo>
                  <a:pt x="3694674" y="1424466"/>
                  <a:pt x="3806611" y="1611539"/>
                  <a:pt x="3881231" y="1761204"/>
                </a:cubicBezTo>
                <a:cubicBezTo>
                  <a:pt x="3872490" y="1801333"/>
                  <a:pt x="3843915" y="1836031"/>
                  <a:pt x="3806611" y="1873450"/>
                </a:cubicBezTo>
                <a:cubicBezTo>
                  <a:pt x="3470802" y="2210189"/>
                  <a:pt x="3060385" y="2472088"/>
                  <a:pt x="2649956" y="2734000"/>
                </a:cubicBezTo>
                <a:cubicBezTo>
                  <a:pt x="2239538" y="2995911"/>
                  <a:pt x="1791805" y="3220403"/>
                  <a:pt x="1344072" y="3370057"/>
                </a:cubicBezTo>
                <a:cubicBezTo>
                  <a:pt x="1313560" y="3386386"/>
                  <a:pt x="1295293" y="3393189"/>
                  <a:pt x="1232136" y="3407476"/>
                </a:cubicBezTo>
                <a:cubicBezTo>
                  <a:pt x="1064232" y="3220397"/>
                  <a:pt x="942969" y="2995905"/>
                  <a:pt x="882338" y="2752706"/>
                </a:cubicBezTo>
                <a:lnTo>
                  <a:pt x="858908" y="2697843"/>
                </a:lnTo>
                <a:cubicBezTo>
                  <a:pt x="448915" y="3109856"/>
                  <a:pt x="262554" y="3484415"/>
                  <a:pt x="374375" y="3596787"/>
                </a:cubicBezTo>
                <a:cubicBezTo>
                  <a:pt x="448915" y="3746613"/>
                  <a:pt x="821638" y="3746613"/>
                  <a:pt x="1417980" y="3559334"/>
                </a:cubicBezTo>
                <a:cubicBezTo>
                  <a:pt x="1865243" y="3409508"/>
                  <a:pt x="2349776" y="3184775"/>
                  <a:pt x="2759768" y="2922576"/>
                </a:cubicBezTo>
                <a:cubicBezTo>
                  <a:pt x="3207031" y="2660390"/>
                  <a:pt x="3579754" y="2360738"/>
                  <a:pt x="3952465" y="2023632"/>
                </a:cubicBezTo>
                <a:cubicBezTo>
                  <a:pt x="4027017" y="1948725"/>
                  <a:pt x="4101557" y="1873818"/>
                  <a:pt x="4138826" y="1798899"/>
                </a:cubicBezTo>
                <a:cubicBezTo>
                  <a:pt x="4474268" y="1424340"/>
                  <a:pt x="4511549" y="1162153"/>
                  <a:pt x="4474268" y="1087234"/>
                </a:cubicBezTo>
                <a:cubicBezTo>
                  <a:pt x="4436998" y="1049781"/>
                  <a:pt x="4325188" y="974873"/>
                  <a:pt x="4138826" y="974873"/>
                </a:cubicBezTo>
                <a:close/>
                <a:moveTo>
                  <a:pt x="4165395" y="700025"/>
                </a:moveTo>
                <a:cubicBezTo>
                  <a:pt x="4217154" y="699514"/>
                  <a:pt x="4265782" y="702149"/>
                  <a:pt x="4311207" y="708003"/>
                </a:cubicBezTo>
                <a:cubicBezTo>
                  <a:pt x="4492909" y="731407"/>
                  <a:pt x="4623359" y="806315"/>
                  <a:pt x="4697899" y="937420"/>
                </a:cubicBezTo>
                <a:cubicBezTo>
                  <a:pt x="4846991" y="1199606"/>
                  <a:pt x="4735181" y="1536712"/>
                  <a:pt x="4362458" y="1986178"/>
                </a:cubicBezTo>
                <a:cubicBezTo>
                  <a:pt x="4250637" y="2136004"/>
                  <a:pt x="4101557" y="2248377"/>
                  <a:pt x="3989735" y="2360738"/>
                </a:cubicBezTo>
                <a:lnTo>
                  <a:pt x="3989253" y="2361116"/>
                </a:lnTo>
                <a:lnTo>
                  <a:pt x="3943902" y="2721741"/>
                </a:lnTo>
                <a:cubicBezTo>
                  <a:pt x="3915895" y="2839187"/>
                  <a:pt x="3878557" y="2951938"/>
                  <a:pt x="3841218" y="3064677"/>
                </a:cubicBezTo>
                <a:cubicBezTo>
                  <a:pt x="3533164" y="3656601"/>
                  <a:pt x="2931059" y="3973711"/>
                  <a:pt x="2318452" y="3936717"/>
                </a:cubicBezTo>
                <a:lnTo>
                  <a:pt x="1721994" y="3781140"/>
                </a:lnTo>
                <a:lnTo>
                  <a:pt x="1716163" y="3784067"/>
                </a:lnTo>
                <a:cubicBezTo>
                  <a:pt x="1380711" y="3896428"/>
                  <a:pt x="1045269" y="3971347"/>
                  <a:pt x="709817" y="4008800"/>
                </a:cubicBezTo>
                <a:cubicBezTo>
                  <a:pt x="411645" y="4008800"/>
                  <a:pt x="225284" y="3896428"/>
                  <a:pt x="113474" y="3746613"/>
                </a:cubicBezTo>
                <a:cubicBezTo>
                  <a:pt x="-72887" y="3484415"/>
                  <a:pt x="150744" y="2922576"/>
                  <a:pt x="821638" y="2323284"/>
                </a:cubicBezTo>
                <a:lnTo>
                  <a:pt x="896327" y="1985696"/>
                </a:lnTo>
                <a:cubicBezTo>
                  <a:pt x="970959" y="1686366"/>
                  <a:pt x="1120199" y="1387047"/>
                  <a:pt x="1344072" y="1199974"/>
                </a:cubicBezTo>
                <a:cubicBezTo>
                  <a:pt x="1679869" y="900643"/>
                  <a:pt x="2090286" y="760344"/>
                  <a:pt x="2491383" y="779042"/>
                </a:cubicBezTo>
                <a:cubicBezTo>
                  <a:pt x="2691932" y="788397"/>
                  <a:pt x="2890147" y="837507"/>
                  <a:pt x="3075538" y="926370"/>
                </a:cubicBezTo>
                <a:lnTo>
                  <a:pt x="3095617" y="937273"/>
                </a:lnTo>
                <a:lnTo>
                  <a:pt x="3229162" y="887670"/>
                </a:lnTo>
                <a:cubicBezTo>
                  <a:pt x="3358446" y="843774"/>
                  <a:pt x="3477253" y="815684"/>
                  <a:pt x="3617024" y="787593"/>
                </a:cubicBezTo>
                <a:cubicBezTo>
                  <a:pt x="3826672" y="731404"/>
                  <a:pt x="4010119" y="701558"/>
                  <a:pt x="4165395" y="700025"/>
                </a:cubicBezTo>
                <a:close/>
                <a:moveTo>
                  <a:pt x="637239" y="0"/>
                </a:moveTo>
                <a:cubicBezTo>
                  <a:pt x="674728" y="0"/>
                  <a:pt x="712216" y="37488"/>
                  <a:pt x="712216" y="74965"/>
                </a:cubicBezTo>
                <a:cubicBezTo>
                  <a:pt x="712216" y="374846"/>
                  <a:pt x="937121" y="599752"/>
                  <a:pt x="1237002" y="599752"/>
                </a:cubicBezTo>
                <a:cubicBezTo>
                  <a:pt x="1274479" y="599752"/>
                  <a:pt x="1311967" y="637239"/>
                  <a:pt x="1311967" y="674728"/>
                </a:cubicBezTo>
                <a:cubicBezTo>
                  <a:pt x="1311967" y="674728"/>
                  <a:pt x="1274479" y="712216"/>
                  <a:pt x="1237002" y="712216"/>
                </a:cubicBezTo>
                <a:cubicBezTo>
                  <a:pt x="937121" y="712216"/>
                  <a:pt x="712216" y="937121"/>
                  <a:pt x="712216" y="1274479"/>
                </a:cubicBezTo>
                <a:cubicBezTo>
                  <a:pt x="712216" y="1274479"/>
                  <a:pt x="674728" y="1311967"/>
                  <a:pt x="637239" y="1311967"/>
                </a:cubicBezTo>
                <a:lnTo>
                  <a:pt x="599751" y="1274479"/>
                </a:lnTo>
                <a:cubicBezTo>
                  <a:pt x="599751" y="937121"/>
                  <a:pt x="337358" y="712216"/>
                  <a:pt x="37488" y="712216"/>
                </a:cubicBezTo>
                <a:lnTo>
                  <a:pt x="0" y="674728"/>
                </a:lnTo>
                <a:cubicBezTo>
                  <a:pt x="0" y="637239"/>
                  <a:pt x="0" y="599752"/>
                  <a:pt x="37488" y="599752"/>
                </a:cubicBezTo>
                <a:cubicBezTo>
                  <a:pt x="337358" y="599752"/>
                  <a:pt x="599751" y="374846"/>
                  <a:pt x="599751" y="74965"/>
                </a:cubicBezTo>
                <a:cubicBezTo>
                  <a:pt x="599751" y="37488"/>
                  <a:pt x="637239" y="0"/>
                  <a:pt x="637239" y="0"/>
                </a:cubicBezTo>
                <a:close/>
              </a:path>
            </a:pathLst>
          </a:custGeom>
          <a:noFill/>
          <a:ln w="1270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1800"/>
              <a:buFont typeface="Arial"/>
              <a:buNone/>
            </a:pPr>
            <a:endParaRPr sz="1800" b="0" i="0" u="none" strike="noStrike" cap="none">
              <a:solidFill>
                <a:srgbClr val="FFFFFF"/>
              </a:solidFill>
              <a:latin typeface="Quattrocento Sans"/>
              <a:ea typeface="Quattrocento Sans"/>
              <a:cs typeface="Quattrocento Sans"/>
              <a:sym typeface="Quattrocento Sans"/>
            </a:endParaRPr>
          </a:p>
        </p:txBody>
      </p:sp>
      <p:sp>
        <p:nvSpPr>
          <p:cNvPr id="1930" name="Google Shape;1930;p152"/>
          <p:cNvSpPr/>
          <p:nvPr/>
        </p:nvSpPr>
        <p:spPr>
          <a:xfrm>
            <a:off x="8275924" y="4020386"/>
            <a:ext cx="583500" cy="1986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825"/>
              <a:buFont typeface="Arial"/>
              <a:buNone/>
            </a:pPr>
            <a:r>
              <a:rPr lang="en-US" sz="825" b="0" i="0" u="none" strike="noStrike" cap="none">
                <a:solidFill>
                  <a:srgbClr val="000000"/>
                </a:solidFill>
                <a:latin typeface="Quattrocento Sans"/>
                <a:ea typeface="Quattrocento Sans"/>
                <a:cs typeface="Quattrocento Sans"/>
                <a:sym typeface="Quattrocento Sans"/>
              </a:rPr>
              <a:t>Power BI</a:t>
            </a:r>
            <a:endParaRPr sz="1029" b="0" i="0" u="none" strike="noStrike" cap="none">
              <a:solidFill>
                <a:srgbClr val="000000"/>
              </a:solidFill>
              <a:latin typeface="Arial"/>
              <a:ea typeface="Arial"/>
              <a:cs typeface="Arial"/>
              <a:sym typeface="Arial"/>
            </a:endParaRPr>
          </a:p>
        </p:txBody>
      </p:sp>
      <p:grpSp>
        <p:nvGrpSpPr>
          <p:cNvPr id="1931" name="Google Shape;1931;p152"/>
          <p:cNvGrpSpPr/>
          <p:nvPr/>
        </p:nvGrpSpPr>
        <p:grpSpPr>
          <a:xfrm>
            <a:off x="8401765" y="3730292"/>
            <a:ext cx="337786" cy="257145"/>
            <a:chOff x="2502877" y="2643553"/>
            <a:chExt cx="3651737" cy="2779950"/>
          </a:xfrm>
        </p:grpSpPr>
        <p:cxnSp>
          <p:nvCxnSpPr>
            <p:cNvPr id="1932" name="Google Shape;1932;p152"/>
            <p:cNvCxnSpPr/>
            <p:nvPr/>
          </p:nvCxnSpPr>
          <p:spPr>
            <a:xfrm>
              <a:off x="3303655" y="4505747"/>
              <a:ext cx="0" cy="917700"/>
            </a:xfrm>
            <a:prstGeom prst="straightConnector1">
              <a:avLst/>
            </a:prstGeom>
            <a:noFill/>
            <a:ln w="19050" cap="rnd" cmpd="sng">
              <a:solidFill>
                <a:srgbClr val="7A7A87"/>
              </a:solidFill>
              <a:prstDash val="solid"/>
              <a:round/>
              <a:headEnd type="none" w="sm" len="sm"/>
              <a:tailEnd type="none" w="sm" len="sm"/>
            </a:ln>
          </p:spPr>
        </p:cxnSp>
        <p:cxnSp>
          <p:nvCxnSpPr>
            <p:cNvPr id="1933" name="Google Shape;1933;p152"/>
            <p:cNvCxnSpPr/>
            <p:nvPr/>
          </p:nvCxnSpPr>
          <p:spPr>
            <a:xfrm>
              <a:off x="3983069" y="3734649"/>
              <a:ext cx="0" cy="1688700"/>
            </a:xfrm>
            <a:prstGeom prst="straightConnector1">
              <a:avLst/>
            </a:prstGeom>
            <a:noFill/>
            <a:ln w="19050" cap="rnd" cmpd="sng">
              <a:solidFill>
                <a:srgbClr val="7A7A87"/>
              </a:solidFill>
              <a:prstDash val="solid"/>
              <a:round/>
              <a:headEnd type="none" w="sm" len="sm"/>
              <a:tailEnd type="none" w="sm" len="sm"/>
            </a:ln>
          </p:spPr>
        </p:cxnSp>
        <p:cxnSp>
          <p:nvCxnSpPr>
            <p:cNvPr id="1934" name="Google Shape;1934;p152"/>
            <p:cNvCxnSpPr/>
            <p:nvPr/>
          </p:nvCxnSpPr>
          <p:spPr>
            <a:xfrm>
              <a:off x="4662482" y="4051603"/>
              <a:ext cx="0" cy="1371900"/>
            </a:xfrm>
            <a:prstGeom prst="straightConnector1">
              <a:avLst/>
            </a:prstGeom>
            <a:noFill/>
            <a:ln w="19050" cap="rnd" cmpd="sng">
              <a:solidFill>
                <a:srgbClr val="7A7A87"/>
              </a:solidFill>
              <a:prstDash val="solid"/>
              <a:round/>
              <a:headEnd type="none" w="sm" len="sm"/>
              <a:tailEnd type="none" w="sm" len="sm"/>
            </a:ln>
          </p:spPr>
        </p:cxnSp>
        <p:cxnSp>
          <p:nvCxnSpPr>
            <p:cNvPr id="1935" name="Google Shape;1935;p152"/>
            <p:cNvCxnSpPr/>
            <p:nvPr/>
          </p:nvCxnSpPr>
          <p:spPr>
            <a:xfrm>
              <a:off x="5330632" y="3185667"/>
              <a:ext cx="0" cy="2237700"/>
            </a:xfrm>
            <a:prstGeom prst="straightConnector1">
              <a:avLst/>
            </a:prstGeom>
            <a:noFill/>
            <a:ln w="19050" cap="rnd" cmpd="sng">
              <a:solidFill>
                <a:srgbClr val="7A7A87"/>
              </a:solidFill>
              <a:prstDash val="solid"/>
              <a:round/>
              <a:headEnd type="none" w="sm" len="sm"/>
              <a:tailEnd type="none" w="sm" len="sm"/>
            </a:ln>
          </p:spPr>
        </p:cxnSp>
        <p:sp>
          <p:nvSpPr>
            <p:cNvPr id="1936" name="Google Shape;1936;p152"/>
            <p:cNvSpPr/>
            <p:nvPr/>
          </p:nvSpPr>
          <p:spPr>
            <a:xfrm>
              <a:off x="2502877" y="2643553"/>
              <a:ext cx="3651737" cy="2288931"/>
            </a:xfrm>
            <a:custGeom>
              <a:avLst/>
              <a:gdLst/>
              <a:ahLst/>
              <a:cxnLst/>
              <a:rect l="l" t="t" r="r" b="b"/>
              <a:pathLst>
                <a:path w="3651737" h="2288931" extrusionOk="0">
                  <a:moveTo>
                    <a:pt x="455734" y="2288931"/>
                  </a:moveTo>
                  <a:lnTo>
                    <a:pt x="396145" y="2288931"/>
                  </a:lnTo>
                  <a:cubicBezTo>
                    <a:pt x="177360" y="2288931"/>
                    <a:pt x="0" y="2111571"/>
                    <a:pt x="0" y="1892786"/>
                  </a:cubicBezTo>
                  <a:lnTo>
                    <a:pt x="0" y="396145"/>
                  </a:lnTo>
                  <a:cubicBezTo>
                    <a:pt x="0" y="177360"/>
                    <a:pt x="177360" y="0"/>
                    <a:pt x="396145" y="0"/>
                  </a:cubicBezTo>
                  <a:lnTo>
                    <a:pt x="3255592" y="0"/>
                  </a:lnTo>
                  <a:cubicBezTo>
                    <a:pt x="3474377" y="0"/>
                    <a:pt x="3651737" y="177360"/>
                    <a:pt x="3651737" y="396145"/>
                  </a:cubicBezTo>
                  <a:lnTo>
                    <a:pt x="3651737" y="1892786"/>
                  </a:lnTo>
                  <a:cubicBezTo>
                    <a:pt x="3651737" y="2111571"/>
                    <a:pt x="3474377" y="2288931"/>
                    <a:pt x="3255592" y="2288931"/>
                  </a:cubicBezTo>
                  <a:lnTo>
                    <a:pt x="3196003" y="2288931"/>
                  </a:lnTo>
                </a:path>
              </a:pathLst>
            </a:custGeom>
            <a:noFill/>
            <a:ln w="19050" cap="flat" cmpd="sng">
              <a:solidFill>
                <a:srgbClr val="7A7A87"/>
              </a:solidFill>
              <a:prstDash val="solid"/>
              <a:round/>
              <a:headEnd type="none" w="sm" len="sm"/>
              <a:tailEnd type="none" w="sm" len="sm"/>
            </a:ln>
          </p:spPr>
          <p:txBody>
            <a:bodyPr spcFirstLastPara="1" wrap="square" lIns="137125" tIns="109700" rIns="137125" bIns="109700" anchor="t" anchorCtr="0">
              <a:noAutofit/>
            </a:bodyPr>
            <a:lstStyle/>
            <a:p>
              <a:pPr marL="0" marR="0" lvl="0" indent="0" algn="ctr" rtl="0">
                <a:lnSpc>
                  <a:spcPct val="90000"/>
                </a:lnSpc>
                <a:spcBef>
                  <a:spcPts val="0"/>
                </a:spcBef>
                <a:spcAft>
                  <a:spcPts val="0"/>
                </a:spcAft>
                <a:buClr>
                  <a:srgbClr val="000000"/>
                </a:buClr>
                <a:buSzPts val="2400"/>
                <a:buFont typeface="Arial"/>
                <a:buNone/>
              </a:pPr>
              <a:endParaRPr sz="2400" b="0" i="0" u="none" strike="noStrike" cap="none">
                <a:solidFill>
                  <a:srgbClr val="FFFFFF"/>
                </a:solidFill>
                <a:latin typeface="Quattrocento Sans"/>
                <a:ea typeface="Quattrocento Sans"/>
                <a:cs typeface="Quattrocento Sans"/>
                <a:sym typeface="Quattrocento Sans"/>
              </a:endParaRPr>
            </a:p>
          </p:txBody>
        </p:sp>
      </p:grpSp>
      <p:grpSp>
        <p:nvGrpSpPr>
          <p:cNvPr id="1937" name="Google Shape;1937;p152"/>
          <p:cNvGrpSpPr/>
          <p:nvPr/>
        </p:nvGrpSpPr>
        <p:grpSpPr>
          <a:xfrm>
            <a:off x="8304457" y="2065907"/>
            <a:ext cx="469613" cy="283654"/>
            <a:chOff x="3604308" y="4850892"/>
            <a:chExt cx="394799" cy="230838"/>
          </a:xfrm>
        </p:grpSpPr>
        <p:sp>
          <p:nvSpPr>
            <p:cNvPr id="1938" name="Google Shape;1938;p152"/>
            <p:cNvSpPr/>
            <p:nvPr/>
          </p:nvSpPr>
          <p:spPr>
            <a:xfrm>
              <a:off x="3649456" y="4976835"/>
              <a:ext cx="54314" cy="101840"/>
            </a:xfrm>
            <a:custGeom>
              <a:avLst/>
              <a:gdLst/>
              <a:ahLst/>
              <a:cxnLst/>
              <a:rect l="l" t="t" r="r" b="b"/>
              <a:pathLst>
                <a:path w="54314" h="101840" extrusionOk="0">
                  <a:moveTo>
                    <a:pt x="54654" y="5092"/>
                  </a:moveTo>
                  <a:lnTo>
                    <a:pt x="5092" y="5092"/>
                  </a:lnTo>
                  <a:lnTo>
                    <a:pt x="5092" y="98106"/>
                  </a:lnTo>
                  <a:lnTo>
                    <a:pt x="54654" y="98106"/>
                  </a:lnTo>
                  <a:lnTo>
                    <a:pt x="54654" y="5092"/>
                  </a:lnTo>
                  <a:close/>
                  <a:moveTo>
                    <a:pt x="22744" y="64838"/>
                  </a:moveTo>
                  <a:lnTo>
                    <a:pt x="36323" y="64838"/>
                  </a:lnTo>
                  <a:lnTo>
                    <a:pt x="36323" y="78417"/>
                  </a:lnTo>
                  <a:lnTo>
                    <a:pt x="22744" y="78417"/>
                  </a:lnTo>
                  <a:lnTo>
                    <a:pt x="22744" y="64838"/>
                  </a:lnTo>
                  <a:close/>
                </a:path>
              </a:pathLst>
            </a:custGeom>
            <a:noFill/>
            <a:ln w="19050" cap="flat" cmpd="sng">
              <a:solidFill>
                <a:srgbClr val="7A7A87"/>
              </a:solidFill>
              <a:prstDash val="solid"/>
              <a:miter lim="8000"/>
              <a:headEnd type="none" w="sm" len="sm"/>
              <a:tailEnd type="none" w="sm" len="sm"/>
            </a:ln>
          </p:spPr>
          <p:txBody>
            <a:bodyPr spcFirstLastPara="1" wrap="square" lIns="67200" tIns="33600" rIns="67200" bIns="3360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1A1A1A"/>
                </a:solidFill>
                <a:latin typeface="Quattrocento Sans"/>
                <a:ea typeface="Quattrocento Sans"/>
                <a:cs typeface="Quattrocento Sans"/>
                <a:sym typeface="Quattrocento Sans"/>
              </a:endParaRPr>
            </a:p>
          </p:txBody>
        </p:sp>
        <p:sp>
          <p:nvSpPr>
            <p:cNvPr id="1939" name="Google Shape;1939;p152"/>
            <p:cNvSpPr/>
            <p:nvPr/>
          </p:nvSpPr>
          <p:spPr>
            <a:xfrm>
              <a:off x="3604308" y="4850892"/>
              <a:ext cx="307558" cy="230838"/>
            </a:xfrm>
            <a:custGeom>
              <a:avLst/>
              <a:gdLst/>
              <a:ahLst/>
              <a:cxnLst/>
              <a:rect l="l" t="t" r="r" b="b"/>
              <a:pathLst>
                <a:path w="307558" h="230838" extrusionOk="0">
                  <a:moveTo>
                    <a:pt x="194176" y="177202"/>
                  </a:moveTo>
                  <a:lnTo>
                    <a:pt x="194176" y="110667"/>
                  </a:lnTo>
                  <a:cubicBezTo>
                    <a:pt x="194176" y="107272"/>
                    <a:pt x="194855" y="104556"/>
                    <a:pt x="196212" y="101840"/>
                  </a:cubicBezTo>
                  <a:cubicBezTo>
                    <a:pt x="197570" y="99125"/>
                    <a:pt x="198928" y="97088"/>
                    <a:pt x="201644" y="95051"/>
                  </a:cubicBezTo>
                  <a:cubicBezTo>
                    <a:pt x="203681" y="93014"/>
                    <a:pt x="206396" y="91656"/>
                    <a:pt x="209112" y="90299"/>
                  </a:cubicBezTo>
                  <a:cubicBezTo>
                    <a:pt x="211828" y="88941"/>
                    <a:pt x="214544" y="88941"/>
                    <a:pt x="217938" y="88941"/>
                  </a:cubicBezTo>
                  <a:lnTo>
                    <a:pt x="307558" y="88941"/>
                  </a:lnTo>
                  <a:lnTo>
                    <a:pt x="307558" y="0"/>
                  </a:lnTo>
                  <a:lnTo>
                    <a:pt x="0" y="0"/>
                  </a:lnTo>
                  <a:lnTo>
                    <a:pt x="0" y="177202"/>
                  </a:lnTo>
                  <a:lnTo>
                    <a:pt x="34626" y="177202"/>
                  </a:lnTo>
                  <a:lnTo>
                    <a:pt x="34626" y="129677"/>
                  </a:lnTo>
                  <a:cubicBezTo>
                    <a:pt x="34626" y="127640"/>
                    <a:pt x="35305" y="125603"/>
                    <a:pt x="35984" y="124245"/>
                  </a:cubicBezTo>
                  <a:cubicBezTo>
                    <a:pt x="36662" y="122887"/>
                    <a:pt x="37341" y="120851"/>
                    <a:pt x="38699" y="119493"/>
                  </a:cubicBezTo>
                  <a:cubicBezTo>
                    <a:pt x="40057" y="118135"/>
                    <a:pt x="41415" y="117456"/>
                    <a:pt x="43452" y="116098"/>
                  </a:cubicBezTo>
                  <a:cubicBezTo>
                    <a:pt x="45489" y="115419"/>
                    <a:pt x="46847" y="114740"/>
                    <a:pt x="48883" y="114740"/>
                  </a:cubicBezTo>
                  <a:lnTo>
                    <a:pt x="101161" y="114740"/>
                  </a:lnTo>
                  <a:cubicBezTo>
                    <a:pt x="103198" y="114740"/>
                    <a:pt x="105235" y="115419"/>
                    <a:pt x="106593" y="116098"/>
                  </a:cubicBezTo>
                  <a:cubicBezTo>
                    <a:pt x="107951" y="116777"/>
                    <a:pt x="109988" y="118135"/>
                    <a:pt x="111345" y="119493"/>
                  </a:cubicBezTo>
                  <a:cubicBezTo>
                    <a:pt x="112703" y="120851"/>
                    <a:pt x="113382" y="122208"/>
                    <a:pt x="114061" y="124245"/>
                  </a:cubicBezTo>
                  <a:cubicBezTo>
                    <a:pt x="114740" y="126282"/>
                    <a:pt x="115419" y="127640"/>
                    <a:pt x="115419" y="129677"/>
                  </a:cubicBezTo>
                  <a:lnTo>
                    <a:pt x="115419" y="176523"/>
                  </a:lnTo>
                  <a:lnTo>
                    <a:pt x="135108" y="176523"/>
                  </a:lnTo>
                  <a:lnTo>
                    <a:pt x="135108" y="203681"/>
                  </a:lnTo>
                  <a:lnTo>
                    <a:pt x="115419" y="203681"/>
                  </a:lnTo>
                  <a:lnTo>
                    <a:pt x="115419" y="224049"/>
                  </a:lnTo>
                  <a:cubicBezTo>
                    <a:pt x="115419" y="226086"/>
                    <a:pt x="114740" y="228122"/>
                    <a:pt x="114061" y="229480"/>
                  </a:cubicBezTo>
                  <a:cubicBezTo>
                    <a:pt x="114061" y="230159"/>
                    <a:pt x="113382" y="230159"/>
                    <a:pt x="113382" y="230838"/>
                  </a:cubicBezTo>
                  <a:lnTo>
                    <a:pt x="200965" y="230838"/>
                  </a:lnTo>
                  <a:cubicBezTo>
                    <a:pt x="198928" y="228801"/>
                    <a:pt x="197570" y="227444"/>
                    <a:pt x="196212" y="224728"/>
                  </a:cubicBezTo>
                  <a:cubicBezTo>
                    <a:pt x="194855" y="222012"/>
                    <a:pt x="194176" y="219296"/>
                    <a:pt x="194176" y="215902"/>
                  </a:cubicBezTo>
                  <a:lnTo>
                    <a:pt x="194176" y="204360"/>
                  </a:lnTo>
                  <a:lnTo>
                    <a:pt x="161587" y="204360"/>
                  </a:lnTo>
                  <a:lnTo>
                    <a:pt x="161587" y="177202"/>
                  </a:lnTo>
                  <a:lnTo>
                    <a:pt x="194176" y="177202"/>
                  </a:lnTo>
                  <a:close/>
                </a:path>
              </a:pathLst>
            </a:custGeom>
            <a:noFill/>
            <a:ln w="19050" cap="flat" cmpd="sng">
              <a:solidFill>
                <a:srgbClr val="7A7A87"/>
              </a:solidFill>
              <a:prstDash val="solid"/>
              <a:miter lim="8000"/>
              <a:headEnd type="none" w="sm" len="sm"/>
              <a:tailEnd type="none" w="sm" len="sm"/>
            </a:ln>
          </p:spPr>
          <p:txBody>
            <a:bodyPr spcFirstLastPara="1" wrap="square" lIns="67200" tIns="33600" rIns="67200" bIns="3360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1A1A1A"/>
                </a:solidFill>
                <a:latin typeface="Quattrocento Sans"/>
                <a:ea typeface="Quattrocento Sans"/>
                <a:cs typeface="Quattrocento Sans"/>
                <a:sym typeface="Quattrocento Sans"/>
              </a:endParaRPr>
            </a:p>
          </p:txBody>
        </p:sp>
        <p:sp>
          <p:nvSpPr>
            <p:cNvPr id="1940" name="Google Shape;1940;p152"/>
            <p:cNvSpPr/>
            <p:nvPr/>
          </p:nvSpPr>
          <p:spPr>
            <a:xfrm>
              <a:off x="3809006" y="4950356"/>
              <a:ext cx="190101" cy="128997"/>
            </a:xfrm>
            <a:custGeom>
              <a:avLst/>
              <a:gdLst/>
              <a:ahLst/>
              <a:cxnLst/>
              <a:rect l="l" t="t" r="r" b="b"/>
              <a:pathLst>
                <a:path w="190101" h="128997" extrusionOk="0">
                  <a:moveTo>
                    <a:pt x="7129" y="121869"/>
                  </a:moveTo>
                  <a:cubicBezTo>
                    <a:pt x="7808" y="122548"/>
                    <a:pt x="8487" y="123227"/>
                    <a:pt x="9845" y="123227"/>
                  </a:cubicBezTo>
                  <a:cubicBezTo>
                    <a:pt x="11202" y="123906"/>
                    <a:pt x="11881" y="123906"/>
                    <a:pt x="13239" y="123906"/>
                  </a:cubicBezTo>
                  <a:lnTo>
                    <a:pt x="182973" y="123906"/>
                  </a:lnTo>
                  <a:cubicBezTo>
                    <a:pt x="184331" y="123906"/>
                    <a:pt x="185010" y="123906"/>
                    <a:pt x="186368" y="123227"/>
                  </a:cubicBezTo>
                  <a:cubicBezTo>
                    <a:pt x="187726" y="122548"/>
                    <a:pt x="188405" y="122548"/>
                    <a:pt x="189084" y="121869"/>
                  </a:cubicBezTo>
                  <a:cubicBezTo>
                    <a:pt x="189762" y="121190"/>
                    <a:pt x="190442" y="120511"/>
                    <a:pt x="190442" y="119832"/>
                  </a:cubicBezTo>
                  <a:cubicBezTo>
                    <a:pt x="190442" y="119153"/>
                    <a:pt x="191120" y="118474"/>
                    <a:pt x="191120" y="117796"/>
                  </a:cubicBezTo>
                  <a:lnTo>
                    <a:pt x="191120" y="11203"/>
                  </a:lnTo>
                  <a:cubicBezTo>
                    <a:pt x="191120" y="10524"/>
                    <a:pt x="191120" y="9845"/>
                    <a:pt x="190442" y="9166"/>
                  </a:cubicBezTo>
                  <a:cubicBezTo>
                    <a:pt x="189762" y="8487"/>
                    <a:pt x="189762" y="7808"/>
                    <a:pt x="189084" y="7129"/>
                  </a:cubicBezTo>
                  <a:cubicBezTo>
                    <a:pt x="188405" y="6450"/>
                    <a:pt x="187726" y="5771"/>
                    <a:pt x="186368" y="5771"/>
                  </a:cubicBezTo>
                  <a:cubicBezTo>
                    <a:pt x="185689" y="5092"/>
                    <a:pt x="184331" y="5092"/>
                    <a:pt x="182973" y="5092"/>
                  </a:cubicBezTo>
                  <a:lnTo>
                    <a:pt x="13239" y="5092"/>
                  </a:lnTo>
                  <a:cubicBezTo>
                    <a:pt x="11881" y="5092"/>
                    <a:pt x="11202" y="5092"/>
                    <a:pt x="9845" y="5771"/>
                  </a:cubicBezTo>
                  <a:cubicBezTo>
                    <a:pt x="9166" y="6450"/>
                    <a:pt x="7808" y="6450"/>
                    <a:pt x="7129" y="7129"/>
                  </a:cubicBezTo>
                  <a:cubicBezTo>
                    <a:pt x="6450" y="7808"/>
                    <a:pt x="5771" y="8487"/>
                    <a:pt x="5771" y="9166"/>
                  </a:cubicBezTo>
                  <a:cubicBezTo>
                    <a:pt x="5771" y="9845"/>
                    <a:pt x="5092" y="10524"/>
                    <a:pt x="5092" y="11203"/>
                  </a:cubicBezTo>
                  <a:lnTo>
                    <a:pt x="5092" y="117796"/>
                  </a:lnTo>
                  <a:cubicBezTo>
                    <a:pt x="5092" y="118474"/>
                    <a:pt x="5092" y="119153"/>
                    <a:pt x="5771" y="119832"/>
                  </a:cubicBezTo>
                  <a:cubicBezTo>
                    <a:pt x="5771" y="120511"/>
                    <a:pt x="6450" y="121190"/>
                    <a:pt x="7129" y="121869"/>
                  </a:cubicBezTo>
                  <a:moveTo>
                    <a:pt x="82491" y="89959"/>
                  </a:moveTo>
                  <a:lnTo>
                    <a:pt x="113722" y="89959"/>
                  </a:lnTo>
                  <a:lnTo>
                    <a:pt x="113722" y="110327"/>
                  </a:lnTo>
                  <a:lnTo>
                    <a:pt x="82491" y="110327"/>
                  </a:lnTo>
                  <a:lnTo>
                    <a:pt x="82491" y="89959"/>
                  </a:lnTo>
                  <a:close/>
                </a:path>
              </a:pathLst>
            </a:custGeom>
            <a:noFill/>
            <a:ln w="19050" cap="flat" cmpd="sng">
              <a:solidFill>
                <a:srgbClr val="7A7A87"/>
              </a:solidFill>
              <a:prstDash val="solid"/>
              <a:miter lim="8000"/>
              <a:headEnd type="none" w="sm" len="sm"/>
              <a:tailEnd type="none" w="sm" len="sm"/>
            </a:ln>
          </p:spPr>
          <p:txBody>
            <a:bodyPr spcFirstLastPara="1" wrap="square" lIns="67200" tIns="33600" rIns="67200" bIns="3360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1A1A1A"/>
                </a:solidFill>
                <a:latin typeface="Quattrocento Sans"/>
                <a:ea typeface="Quattrocento Sans"/>
                <a:cs typeface="Quattrocento Sans"/>
                <a:sym typeface="Quattrocento Sans"/>
              </a:endParaRPr>
            </a:p>
          </p:txBody>
        </p:sp>
      </p:grpSp>
      <p:sp>
        <p:nvSpPr>
          <p:cNvPr id="1941" name="Google Shape;1941;p152"/>
          <p:cNvSpPr/>
          <p:nvPr/>
        </p:nvSpPr>
        <p:spPr>
          <a:xfrm>
            <a:off x="7291957" y="4060015"/>
            <a:ext cx="942900" cy="3219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825"/>
              <a:buFont typeface="Arial"/>
              <a:buNone/>
            </a:pPr>
            <a:r>
              <a:rPr lang="en-US" sz="825" b="0" i="0" u="none" strike="noStrike" cap="none">
                <a:solidFill>
                  <a:srgbClr val="000000"/>
                </a:solidFill>
                <a:latin typeface="Quattrocento Sans"/>
                <a:ea typeface="Quattrocento Sans"/>
                <a:cs typeface="Quattrocento Sans"/>
                <a:sym typeface="Quattrocento Sans"/>
              </a:rPr>
              <a:t>Azure Synapse Data Warehouse</a:t>
            </a:r>
            <a:endParaRPr sz="1029" b="0" i="0" u="none" strike="noStrike" cap="none">
              <a:solidFill>
                <a:srgbClr val="000000"/>
              </a:solidFill>
              <a:latin typeface="Arial"/>
              <a:ea typeface="Arial"/>
              <a:cs typeface="Arial"/>
              <a:sym typeface="Arial"/>
            </a:endParaRPr>
          </a:p>
        </p:txBody>
      </p:sp>
      <p:pic>
        <p:nvPicPr>
          <p:cNvPr id="1828" name="Google Shape;1828;p152"/>
          <p:cNvPicPr preferRelativeResize="0"/>
          <p:nvPr/>
        </p:nvPicPr>
        <p:blipFill rotWithShape="1">
          <a:blip r:embed="rId6">
            <a:alphaModFix/>
          </a:blip>
          <a:srcRect/>
          <a:stretch/>
        </p:blipFill>
        <p:spPr>
          <a:xfrm>
            <a:off x="7514698" y="3642272"/>
            <a:ext cx="364675" cy="364675"/>
          </a:xfrm>
          <a:prstGeom prst="rect">
            <a:avLst/>
          </a:prstGeom>
          <a:noFill/>
          <a:ln>
            <a:noFill/>
          </a:ln>
        </p:spPr>
      </p:pic>
      <p:pic>
        <p:nvPicPr>
          <p:cNvPr id="1942" name="Google Shape;1942;p152"/>
          <p:cNvPicPr preferRelativeResize="0"/>
          <p:nvPr/>
        </p:nvPicPr>
        <p:blipFill rotWithShape="1">
          <a:blip r:embed="rId7">
            <a:alphaModFix/>
          </a:blip>
          <a:srcRect/>
          <a:stretch/>
        </p:blipFill>
        <p:spPr>
          <a:xfrm>
            <a:off x="3736260" y="2347680"/>
            <a:ext cx="660538" cy="660538"/>
          </a:xfrm>
          <a:prstGeom prst="rect">
            <a:avLst/>
          </a:prstGeom>
          <a:noFill/>
          <a:ln>
            <a:noFill/>
          </a:ln>
        </p:spPr>
      </p:pic>
      <p:pic>
        <p:nvPicPr>
          <p:cNvPr id="1943" name="Google Shape;1943;p152"/>
          <p:cNvPicPr preferRelativeResize="0"/>
          <p:nvPr/>
        </p:nvPicPr>
        <p:blipFill rotWithShape="1">
          <a:blip r:embed="rId7">
            <a:alphaModFix/>
          </a:blip>
          <a:srcRect/>
          <a:stretch/>
        </p:blipFill>
        <p:spPr>
          <a:xfrm>
            <a:off x="5154660" y="2348793"/>
            <a:ext cx="660538" cy="660538"/>
          </a:xfrm>
          <a:prstGeom prst="rect">
            <a:avLst/>
          </a:prstGeom>
          <a:noFill/>
          <a:ln>
            <a:noFill/>
          </a:ln>
        </p:spPr>
      </p:pic>
      <p:pic>
        <p:nvPicPr>
          <p:cNvPr id="1944" name="Google Shape;1944;p152"/>
          <p:cNvPicPr preferRelativeResize="0"/>
          <p:nvPr/>
        </p:nvPicPr>
        <p:blipFill rotWithShape="1">
          <a:blip r:embed="rId7">
            <a:alphaModFix/>
          </a:blip>
          <a:srcRect/>
          <a:stretch/>
        </p:blipFill>
        <p:spPr>
          <a:xfrm>
            <a:off x="6032485" y="2369093"/>
            <a:ext cx="660538" cy="660538"/>
          </a:xfrm>
          <a:prstGeom prst="rect">
            <a:avLst/>
          </a:prstGeom>
          <a:noFill/>
          <a:ln>
            <a:noFill/>
          </a:ln>
        </p:spPr>
      </p:pic>
      <p:cxnSp>
        <p:nvCxnSpPr>
          <p:cNvPr id="1945" name="Google Shape;1945;p152"/>
          <p:cNvCxnSpPr/>
          <p:nvPr/>
        </p:nvCxnSpPr>
        <p:spPr>
          <a:xfrm flipH="1">
            <a:off x="8602875" y="2769575"/>
            <a:ext cx="10200" cy="872700"/>
          </a:xfrm>
          <a:prstGeom prst="straightConnector1">
            <a:avLst/>
          </a:prstGeom>
          <a:noFill/>
          <a:ln w="12700" cap="flat" cmpd="sng">
            <a:solidFill>
              <a:schemeClr val="dk2"/>
            </a:solidFill>
            <a:prstDash val="solid"/>
            <a:round/>
            <a:headEnd type="none" w="sm" len="sm"/>
            <a:tailEnd type="triangle" w="med" len="med"/>
          </a:ln>
        </p:spPr>
      </p:cxnSp>
      <p:sp>
        <p:nvSpPr>
          <p:cNvPr id="1946" name="Google Shape;1946;p152"/>
          <p:cNvSpPr/>
          <p:nvPr/>
        </p:nvSpPr>
        <p:spPr>
          <a:xfrm>
            <a:off x="7911928" y="2820095"/>
            <a:ext cx="645900" cy="1791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0" i="0" u="none" strike="noStrike" cap="none">
                <a:solidFill>
                  <a:srgbClr val="9999A2"/>
                </a:solidFill>
                <a:latin typeface="Quattrocento Sans"/>
                <a:ea typeface="Quattrocento Sans"/>
                <a:cs typeface="Quattrocento Sans"/>
                <a:sym typeface="Quattrocento Sans"/>
              </a:rPr>
              <a:t>Databricks Power BI Connector</a:t>
            </a:r>
            <a:endParaRPr sz="1029" b="0" i="0" u="none" strike="noStrike" cap="none">
              <a:solidFill>
                <a:srgbClr val="000000"/>
              </a:solidFill>
              <a:latin typeface="Arial"/>
              <a:ea typeface="Arial"/>
              <a:cs typeface="Arial"/>
              <a:sym typeface="Arial"/>
            </a:endParaRPr>
          </a:p>
        </p:txBody>
      </p:sp>
      <p:cxnSp>
        <p:nvCxnSpPr>
          <p:cNvPr id="1947" name="Google Shape;1947;p152"/>
          <p:cNvCxnSpPr/>
          <p:nvPr/>
        </p:nvCxnSpPr>
        <p:spPr>
          <a:xfrm rot="5400000">
            <a:off x="7050487" y="3480526"/>
            <a:ext cx="6300" cy="732000"/>
          </a:xfrm>
          <a:prstGeom prst="straightConnector1">
            <a:avLst/>
          </a:prstGeom>
          <a:noFill/>
          <a:ln w="12700" cap="flat" cmpd="sng">
            <a:solidFill>
              <a:schemeClr val="dk2"/>
            </a:solidFill>
            <a:prstDash val="solid"/>
            <a:round/>
            <a:headEnd type="triangle" w="med" len="med"/>
            <a:tailEnd type="triangle" w="med" len="med"/>
          </a:ln>
        </p:spPr>
      </p:cxnSp>
      <p:sp>
        <p:nvSpPr>
          <p:cNvPr id="1948" name="Google Shape;1948;p152"/>
          <p:cNvSpPr/>
          <p:nvPr/>
        </p:nvSpPr>
        <p:spPr>
          <a:xfrm>
            <a:off x="7036003" y="3905045"/>
            <a:ext cx="645900" cy="179100"/>
          </a:xfrm>
          <a:prstGeom prst="rect">
            <a:avLst/>
          </a:prstGeom>
          <a:noFill/>
          <a:ln>
            <a:noFill/>
          </a:ln>
        </p:spPr>
        <p:txBody>
          <a:bodyPr spcFirstLastPara="1" wrap="square" lIns="67200" tIns="33600" rIns="67200" bIns="33600" anchor="t" anchorCtr="0">
            <a:noAutofit/>
          </a:bodyPr>
          <a:lstStyle/>
          <a:p>
            <a:pPr marL="0" marR="0" lvl="0" indent="0" algn="ctr" rtl="0">
              <a:lnSpc>
                <a:spcPct val="100000"/>
              </a:lnSpc>
              <a:spcBef>
                <a:spcPts val="0"/>
              </a:spcBef>
              <a:spcAft>
                <a:spcPts val="0"/>
              </a:spcAft>
              <a:buClr>
                <a:srgbClr val="000000"/>
              </a:buClr>
              <a:buSzPts val="600"/>
              <a:buFont typeface="Arial"/>
              <a:buNone/>
            </a:pPr>
            <a:r>
              <a:rPr lang="en-US" sz="600" b="0" i="0" u="none" strike="noStrike" cap="none">
                <a:solidFill>
                  <a:srgbClr val="9999A2"/>
                </a:solidFill>
                <a:latin typeface="Quattrocento Sans"/>
                <a:ea typeface="Quattrocento Sans"/>
                <a:cs typeface="Quattrocento Sans"/>
                <a:sym typeface="Quattrocento Sans"/>
              </a:rPr>
              <a:t>Future: T-SQL on ADLS: </a:t>
            </a:r>
            <a:endParaRPr sz="929"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437193479"/>
      </p:ext>
    </p:extLst>
  </p:cSld>
  <p:clrMapOvr>
    <a:masterClrMapping/>
  </p:clrMapOvr>
</p:sld>
</file>

<file path=ppt/theme/theme1.xml><?xml version="1.0" encoding="utf-8"?>
<a:theme xmlns:a="http://schemas.openxmlformats.org/drawingml/2006/main" name="Databricks New Brand 16x9">
  <a:themeElements>
    <a:clrScheme name="Databricks 2020">
      <a:dk1>
        <a:srgbClr val="1B3038"/>
      </a:dk1>
      <a:lt1>
        <a:srgbClr val="FFFFFF"/>
      </a:lt1>
      <a:dk2>
        <a:srgbClr val="1B5161"/>
      </a:dk2>
      <a:lt2>
        <a:srgbClr val="E7E6E6"/>
      </a:lt2>
      <a:accent1>
        <a:srgbClr val="1B3038"/>
      </a:accent1>
      <a:accent2>
        <a:srgbClr val="FF3620"/>
      </a:accent2>
      <a:accent3>
        <a:srgbClr val="1B5161"/>
      </a:accent3>
      <a:accent4>
        <a:srgbClr val="FFAB00"/>
      </a:accent4>
      <a:accent5>
        <a:srgbClr val="618793"/>
      </a:accent5>
      <a:accent6>
        <a:srgbClr val="A0ACBE"/>
      </a:accent6>
      <a:hlink>
        <a:srgbClr val="98102A"/>
      </a:hlink>
      <a:folHlink>
        <a:srgbClr val="7D531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ynamics 365">
  <a:themeElements>
    <a:clrScheme name="Custom 2">
      <a:dk1>
        <a:srgbClr val="3C3C41"/>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fc3ae6a-8500-414e-ab34-7288d69a8c30" xsi:nil="true"/>
    <lcf76f155ced4ddcb4097134ff3c332f xmlns="e25f5462-de79-40dd-b718-ac6ca6ea171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3786DEC5E3183478978B2EDA46CB23A" ma:contentTypeVersion="18" ma:contentTypeDescription="Create a new document." ma:contentTypeScope="" ma:versionID="833cff5884319006e0d69c4637a84b4a">
  <xsd:schema xmlns:xsd="http://www.w3.org/2001/XMLSchema" xmlns:xs="http://www.w3.org/2001/XMLSchema" xmlns:p="http://schemas.microsoft.com/office/2006/metadata/properties" xmlns:ns2="e25f5462-de79-40dd-b718-ac6ca6ea171b" xmlns:ns3="afc3ae6a-8500-414e-ab34-7288d69a8c30" targetNamespace="http://schemas.microsoft.com/office/2006/metadata/properties" ma:root="true" ma:fieldsID="3740c47e77cc0d2af6b4b51983323b20" ns2:_="" ns3:_="">
    <xsd:import namespace="e25f5462-de79-40dd-b718-ac6ca6ea171b"/>
    <xsd:import namespace="afc3ae6a-8500-414e-ab34-7288d69a8c3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5f5462-de79-40dd-b718-ac6ca6ea17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fc3ae6a-8500-414e-ab34-7288d69a8c3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34ab78cb-0ffc-4b5a-8100-943cb5243280}" ma:internalName="TaxCatchAll" ma:showField="CatchAllData" ma:web="afc3ae6a-8500-414e-ab34-7288d69a8c3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BB97589-48C7-4180-9373-5711245790D4}">
  <ds:schemaRefs>
    <ds:schemaRef ds:uri="http://schemas.microsoft.com/office/2006/documentManagement/types"/>
    <ds:schemaRef ds:uri="afc3ae6a-8500-414e-ab34-7288d69a8c30"/>
    <ds:schemaRef ds:uri="http://schemas.microsoft.com/office/2006/metadata/properties"/>
    <ds:schemaRef ds:uri="http://schemas.openxmlformats.org/package/2006/metadata/core-properties"/>
    <ds:schemaRef ds:uri="http://www.w3.org/XML/1998/namespace"/>
    <ds:schemaRef ds:uri="http://schemas.microsoft.com/office/infopath/2007/PartnerControls"/>
    <ds:schemaRef ds:uri="http://purl.org/dc/elements/1.1/"/>
    <ds:schemaRef ds:uri="e25f5462-de79-40dd-b718-ac6ca6ea171b"/>
    <ds:schemaRef ds:uri="http://purl.org/dc/dcmitype/"/>
    <ds:schemaRef ds:uri="http://purl.org/dc/terms/"/>
  </ds:schemaRefs>
</ds:datastoreItem>
</file>

<file path=customXml/itemProps2.xml><?xml version="1.0" encoding="utf-8"?>
<ds:datastoreItem xmlns:ds="http://schemas.openxmlformats.org/officeDocument/2006/customXml" ds:itemID="{F06782F2-B6EC-4CE9-BD9B-B1B1BD8EE9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5f5462-de79-40dd-b718-ac6ca6ea171b"/>
    <ds:schemaRef ds:uri="afc3ae6a-8500-414e-ab34-7288d69a8c3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D24AE33-5D6A-43A3-89D4-D2082AA28ED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978</TotalTime>
  <Words>314</Words>
  <Application>Microsoft Office PowerPoint</Application>
  <PresentationFormat>On-screen Show (16:9)</PresentationFormat>
  <Paragraphs>80</Paragraphs>
  <Slides>2</Slides>
  <Notes>2</Notes>
  <HiddenSlides>0</HiddenSlides>
  <MMClips>0</MMClips>
  <ScaleCrop>false</ScaleCrop>
  <HeadingPairs>
    <vt:vector size="4" baseType="variant">
      <vt:variant>
        <vt:lpstr>Theme</vt:lpstr>
      </vt:variant>
      <vt:variant>
        <vt:i4>2</vt:i4>
      </vt:variant>
      <vt:variant>
        <vt:lpstr>Slide Titles</vt:lpstr>
      </vt:variant>
      <vt:variant>
        <vt:i4>2</vt:i4>
      </vt:variant>
    </vt:vector>
  </HeadingPairs>
  <TitlesOfParts>
    <vt:vector size="4" baseType="lpstr">
      <vt:lpstr>Databricks New Brand 16x9</vt:lpstr>
      <vt:lpstr>Dynamics 365</vt:lpstr>
      <vt:lpstr>End-To-End Modern Data Architecture on Azure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Migrate your on-premises big data workloads to Azure Databricks</dc:title>
  <dc:creator>PATIL, SACHIN</dc:creator>
  <cp:lastModifiedBy>PATIL, SACHIN</cp:lastModifiedBy>
  <cp:revision>4</cp:revision>
  <dcterms:modified xsi:type="dcterms:W3CDTF">2025-09-30T10:42:11Z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0x01010033786DEC5E3183478978B2EDA46CB23A</vt:lpwstr>
  </property>
  <property fmtid="{D5CDD505-2E9C-101B-9397-08002B2CF9AE}" pid="3" name="MediaServiceImageTags">
    <vt:lpwstr/>
  </property>
</Properties>
</file>