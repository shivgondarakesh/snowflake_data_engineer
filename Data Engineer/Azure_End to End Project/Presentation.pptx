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24F2D8-668A-04B2-15FC-CBFDD2D0CCD3}" v="8" dt="2025-09-30T10:42:46.4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8366BB-4880-5BF0-D58F-2E67AE9D2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539" y="334828"/>
            <a:ext cx="12374266" cy="571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8</cp:revision>
  <dcterms:created xsi:type="dcterms:W3CDTF">2013-07-15T20:26:40Z</dcterms:created>
  <dcterms:modified xsi:type="dcterms:W3CDTF">2025-09-30T10:44:41Z</dcterms:modified>
</cp:coreProperties>
</file>